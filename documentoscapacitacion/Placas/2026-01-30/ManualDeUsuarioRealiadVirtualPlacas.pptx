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 id="2147483780" r:id="rId5"/>
  </p:sldMasterIdLst>
  <p:notesMasterIdLst>
    <p:notesMasterId r:id="rId17"/>
  </p:notesMasterIdLst>
  <p:handoutMasterIdLst>
    <p:handoutMasterId r:id="rId18"/>
  </p:handoutMasterIdLst>
  <p:sldIdLst>
    <p:sldId id="327" r:id="rId6"/>
    <p:sldId id="358" r:id="rId7"/>
    <p:sldId id="303" r:id="rId8"/>
    <p:sldId id="304" r:id="rId9"/>
    <p:sldId id="359" r:id="rId10"/>
    <p:sldId id="332" r:id="rId11"/>
    <p:sldId id="355" r:id="rId12"/>
    <p:sldId id="333" r:id="rId13"/>
    <p:sldId id="360" r:id="rId14"/>
    <p:sldId id="356" r:id="rId15"/>
    <p:sldId id="357" r:id="rId16"/>
  </p:sldIdLst>
  <p:sldSz cx="6858000" cy="9144000" type="letter"/>
  <p:notesSz cx="6797675" cy="9926638"/>
  <p:defaultTextStyle>
    <a:defPPr>
      <a:defRPr lang="es-ES_tradnl"/>
    </a:defPPr>
    <a:lvl1pPr algn="l" rtl="0" fontAlgn="base">
      <a:spcBef>
        <a:spcPct val="0"/>
      </a:spcBef>
      <a:spcAft>
        <a:spcPct val="0"/>
      </a:spcAft>
      <a:defRPr sz="1600" i="1" kern="1200">
        <a:solidFill>
          <a:schemeClr val="tx1"/>
        </a:solidFill>
        <a:latin typeface="Arial" pitchFamily="34" charset="0"/>
        <a:ea typeface="+mn-ea"/>
        <a:cs typeface="+mn-cs"/>
      </a:defRPr>
    </a:lvl1pPr>
    <a:lvl2pPr marL="457200" algn="l" rtl="0" fontAlgn="base">
      <a:spcBef>
        <a:spcPct val="0"/>
      </a:spcBef>
      <a:spcAft>
        <a:spcPct val="0"/>
      </a:spcAft>
      <a:defRPr sz="1600" i="1" kern="1200">
        <a:solidFill>
          <a:schemeClr val="tx1"/>
        </a:solidFill>
        <a:latin typeface="Arial" pitchFamily="34" charset="0"/>
        <a:ea typeface="+mn-ea"/>
        <a:cs typeface="+mn-cs"/>
      </a:defRPr>
    </a:lvl2pPr>
    <a:lvl3pPr marL="914400" algn="l" rtl="0" fontAlgn="base">
      <a:spcBef>
        <a:spcPct val="0"/>
      </a:spcBef>
      <a:spcAft>
        <a:spcPct val="0"/>
      </a:spcAft>
      <a:defRPr sz="1600" i="1" kern="1200">
        <a:solidFill>
          <a:schemeClr val="tx1"/>
        </a:solidFill>
        <a:latin typeface="Arial" pitchFamily="34" charset="0"/>
        <a:ea typeface="+mn-ea"/>
        <a:cs typeface="+mn-cs"/>
      </a:defRPr>
    </a:lvl3pPr>
    <a:lvl4pPr marL="1371600" algn="l" rtl="0" fontAlgn="base">
      <a:spcBef>
        <a:spcPct val="0"/>
      </a:spcBef>
      <a:spcAft>
        <a:spcPct val="0"/>
      </a:spcAft>
      <a:defRPr sz="1600" i="1" kern="1200">
        <a:solidFill>
          <a:schemeClr val="tx1"/>
        </a:solidFill>
        <a:latin typeface="Arial" pitchFamily="34" charset="0"/>
        <a:ea typeface="+mn-ea"/>
        <a:cs typeface="+mn-cs"/>
      </a:defRPr>
    </a:lvl4pPr>
    <a:lvl5pPr marL="1828800" algn="l" rtl="0" fontAlgn="base">
      <a:spcBef>
        <a:spcPct val="0"/>
      </a:spcBef>
      <a:spcAft>
        <a:spcPct val="0"/>
      </a:spcAft>
      <a:defRPr sz="1600" i="1" kern="1200">
        <a:solidFill>
          <a:schemeClr val="tx1"/>
        </a:solidFill>
        <a:latin typeface="Arial" pitchFamily="34" charset="0"/>
        <a:ea typeface="+mn-ea"/>
        <a:cs typeface="+mn-cs"/>
      </a:defRPr>
    </a:lvl5pPr>
    <a:lvl6pPr marL="2286000" algn="l" defTabSz="914400" rtl="0" eaLnBrk="1" latinLnBrk="0" hangingPunct="1">
      <a:defRPr sz="1600" i="1" kern="1200">
        <a:solidFill>
          <a:schemeClr val="tx1"/>
        </a:solidFill>
        <a:latin typeface="Arial" pitchFamily="34" charset="0"/>
        <a:ea typeface="+mn-ea"/>
        <a:cs typeface="+mn-cs"/>
      </a:defRPr>
    </a:lvl6pPr>
    <a:lvl7pPr marL="2743200" algn="l" defTabSz="914400" rtl="0" eaLnBrk="1" latinLnBrk="0" hangingPunct="1">
      <a:defRPr sz="1600" i="1" kern="1200">
        <a:solidFill>
          <a:schemeClr val="tx1"/>
        </a:solidFill>
        <a:latin typeface="Arial" pitchFamily="34" charset="0"/>
        <a:ea typeface="+mn-ea"/>
        <a:cs typeface="+mn-cs"/>
      </a:defRPr>
    </a:lvl7pPr>
    <a:lvl8pPr marL="3200400" algn="l" defTabSz="914400" rtl="0" eaLnBrk="1" latinLnBrk="0" hangingPunct="1">
      <a:defRPr sz="1600" i="1" kern="1200">
        <a:solidFill>
          <a:schemeClr val="tx1"/>
        </a:solidFill>
        <a:latin typeface="Arial" pitchFamily="34" charset="0"/>
        <a:ea typeface="+mn-ea"/>
        <a:cs typeface="+mn-cs"/>
      </a:defRPr>
    </a:lvl8pPr>
    <a:lvl9pPr marL="3657600" algn="l" defTabSz="914400" rtl="0" eaLnBrk="1" latinLnBrk="0" hangingPunct="1">
      <a:defRPr sz="1600" i="1"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uricio Zul Acevedo" initials="MZA" lastIdx="1" clrIdx="0">
    <p:extLst>
      <p:ext uri="{19B8F6BF-5375-455C-9EA6-DF929625EA0E}">
        <p15:presenceInfo xmlns:p15="http://schemas.microsoft.com/office/powerpoint/2012/main" userId="S-1-5-21-3743028793-149173197-2538818633-154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FFFFFF"/>
    <a:srgbClr val="FF0000"/>
    <a:srgbClr val="CCECFF"/>
    <a:srgbClr val="990033"/>
    <a:srgbClr val="99FFCC"/>
    <a:srgbClr val="00CCCC"/>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A488322-F2BA-4B5B-9748-0D474271808F}" styleName="Estilo medio 3 - Énfasis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Estilo oscuro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24" autoAdjust="0"/>
    <p:restoredTop sz="92362" autoAdjust="0"/>
  </p:normalViewPr>
  <p:slideViewPr>
    <p:cSldViewPr>
      <p:cViewPr varScale="1">
        <p:scale>
          <a:sx n="114" d="100"/>
          <a:sy n="114" d="100"/>
        </p:scale>
        <p:origin x="4128" y="7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90" d="100"/>
          <a:sy n="90" d="100"/>
        </p:scale>
        <p:origin x="-1866" y="-72"/>
      </p:cViewPr>
      <p:guideLst>
        <p:guide orient="horz" pos="3127"/>
        <p:guide pos="214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604098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1574" y="18648"/>
            <a:ext cx="2947233" cy="49667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l" eaLnBrk="0" hangingPunct="0">
              <a:spcBef>
                <a:spcPct val="0"/>
              </a:spcBef>
              <a:buFontTx/>
              <a:buNone/>
              <a:defRPr sz="1000">
                <a:latin typeface="Times New Roman" pitchFamily="18" charset="0"/>
              </a:defRPr>
            </a:lvl1pPr>
          </a:lstStyle>
          <a:p>
            <a:pPr>
              <a:defRPr/>
            </a:pPr>
            <a:endParaRPr lang="es-ES_tradnl" dirty="0"/>
          </a:p>
        </p:txBody>
      </p:sp>
      <p:sp>
        <p:nvSpPr>
          <p:cNvPr id="2051" name="Rectangle 3"/>
          <p:cNvSpPr>
            <a:spLocks noGrp="1" noChangeArrowheads="1"/>
          </p:cNvSpPr>
          <p:nvPr>
            <p:ph type="dt" idx="1"/>
          </p:nvPr>
        </p:nvSpPr>
        <p:spPr bwMode="auto">
          <a:xfrm>
            <a:off x="3852016" y="18648"/>
            <a:ext cx="2947233" cy="496670"/>
          </a:xfrm>
          <a:prstGeom prst="rect">
            <a:avLst/>
          </a:prstGeom>
          <a:noFill/>
          <a:ln w="9525">
            <a:noFill/>
            <a:miter lim="800000"/>
            <a:headEnd/>
            <a:tailEnd/>
          </a:ln>
          <a:effectLst/>
        </p:spPr>
        <p:txBody>
          <a:bodyPr vert="horz" wrap="square" lIns="19050" tIns="0" rIns="19050" bIns="0" numCol="1" anchor="t" anchorCtr="0" compatLnSpc="1">
            <a:prstTxWarp prst="textNoShape">
              <a:avLst/>
            </a:prstTxWarp>
          </a:bodyPr>
          <a:lstStyle>
            <a:lvl1pPr algn="r" eaLnBrk="0" hangingPunct="0">
              <a:spcBef>
                <a:spcPct val="0"/>
              </a:spcBef>
              <a:buFontTx/>
              <a:buNone/>
              <a:defRPr sz="1000">
                <a:latin typeface="Times New Roman" pitchFamily="18" charset="0"/>
              </a:defRPr>
            </a:lvl1pPr>
          </a:lstStyle>
          <a:p>
            <a:pPr>
              <a:defRPr/>
            </a:pPr>
            <a:endParaRPr lang="es-ES_tradnl" dirty="0"/>
          </a:p>
        </p:txBody>
      </p:sp>
      <p:sp>
        <p:nvSpPr>
          <p:cNvPr id="38916" name="Rectangle 4"/>
          <p:cNvSpPr>
            <a:spLocks noGrp="1" noRot="1" noChangeAspect="1" noChangeArrowheads="1" noTextEdit="1"/>
          </p:cNvSpPr>
          <p:nvPr>
            <p:ph type="sldImg" idx="2"/>
          </p:nvPr>
        </p:nvSpPr>
        <p:spPr bwMode="auto">
          <a:xfrm>
            <a:off x="2017713" y="769938"/>
            <a:ext cx="2765425" cy="368935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06357" y="4714137"/>
            <a:ext cx="4984962" cy="4449696"/>
          </a:xfrm>
          <a:prstGeom prst="rect">
            <a:avLst/>
          </a:prstGeom>
          <a:noFill/>
          <a:ln w="9525">
            <a:noFill/>
            <a:miter lim="800000"/>
            <a:headEnd/>
            <a:tailEnd/>
          </a:ln>
          <a:effectLst/>
        </p:spPr>
        <p:txBody>
          <a:bodyPr vert="horz" wrap="square" lIns="92075" tIns="46038" rIns="92075" bIns="46038" numCol="1" anchor="t" anchorCtr="0" compatLnSpc="1">
            <a:prstTxWarp prst="textNoShape">
              <a:avLst/>
            </a:prstTxWarp>
          </a:bodyPr>
          <a:lstStyle/>
          <a:p>
            <a:pPr lvl="0"/>
            <a:r>
              <a:rPr lang="es-ES_tradnl" noProof="0" dirty="0"/>
              <a:t>Haga clic para modificar el estilo de texto patrón</a:t>
            </a:r>
          </a:p>
          <a:p>
            <a:pPr lvl="1"/>
            <a:r>
              <a:rPr lang="es-ES_tradnl" noProof="0" dirty="0"/>
              <a:t>Segundo nivel</a:t>
            </a:r>
          </a:p>
          <a:p>
            <a:pPr lvl="2"/>
            <a:r>
              <a:rPr lang="es-ES_tradnl" noProof="0" dirty="0"/>
              <a:t>Tercer nivel</a:t>
            </a:r>
          </a:p>
          <a:p>
            <a:pPr lvl="3"/>
            <a:r>
              <a:rPr lang="es-ES_tradnl" noProof="0" dirty="0"/>
              <a:t>Cuarto nivel</a:t>
            </a:r>
          </a:p>
          <a:p>
            <a:pPr lvl="4"/>
            <a:r>
              <a:rPr lang="es-ES_tradnl" noProof="0" dirty="0"/>
              <a:t>Quinto nivel</a:t>
            </a:r>
          </a:p>
        </p:txBody>
      </p:sp>
      <p:sp>
        <p:nvSpPr>
          <p:cNvPr id="2054" name="Rectangle 6"/>
          <p:cNvSpPr>
            <a:spLocks noGrp="1" noChangeArrowheads="1"/>
          </p:cNvSpPr>
          <p:nvPr>
            <p:ph type="ftr" sz="quarter" idx="4"/>
          </p:nvPr>
        </p:nvSpPr>
        <p:spPr bwMode="auto">
          <a:xfrm>
            <a:off x="-1574" y="9409627"/>
            <a:ext cx="2947233" cy="49667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l" eaLnBrk="0" hangingPunct="0">
              <a:spcBef>
                <a:spcPct val="0"/>
              </a:spcBef>
              <a:buFontTx/>
              <a:buNone/>
              <a:defRPr sz="1000">
                <a:latin typeface="Times New Roman" pitchFamily="18" charset="0"/>
              </a:defRPr>
            </a:lvl1pPr>
          </a:lstStyle>
          <a:p>
            <a:pPr>
              <a:defRPr/>
            </a:pPr>
            <a:endParaRPr lang="es-ES_tradnl" dirty="0"/>
          </a:p>
        </p:txBody>
      </p:sp>
      <p:sp>
        <p:nvSpPr>
          <p:cNvPr id="2055" name="Rectangle 7"/>
          <p:cNvSpPr>
            <a:spLocks noGrp="1" noChangeArrowheads="1"/>
          </p:cNvSpPr>
          <p:nvPr>
            <p:ph type="sldNum" sz="quarter" idx="5"/>
          </p:nvPr>
        </p:nvSpPr>
        <p:spPr bwMode="auto">
          <a:xfrm>
            <a:off x="3852016" y="9409627"/>
            <a:ext cx="2947233" cy="496670"/>
          </a:xfrm>
          <a:prstGeom prst="rect">
            <a:avLst/>
          </a:prstGeom>
          <a:noFill/>
          <a:ln w="9525">
            <a:noFill/>
            <a:miter lim="800000"/>
            <a:headEnd/>
            <a:tailEnd/>
          </a:ln>
          <a:effectLst/>
        </p:spPr>
        <p:txBody>
          <a:bodyPr vert="horz" wrap="square" lIns="19050" tIns="0" rIns="19050" bIns="0" numCol="1" anchor="b" anchorCtr="0" compatLnSpc="1">
            <a:prstTxWarp prst="textNoShape">
              <a:avLst/>
            </a:prstTxWarp>
          </a:bodyPr>
          <a:lstStyle>
            <a:lvl1pPr algn="ctr" eaLnBrk="0" hangingPunct="0">
              <a:spcBef>
                <a:spcPct val="0"/>
              </a:spcBef>
              <a:buFontTx/>
              <a:buNone/>
              <a:defRPr sz="1000">
                <a:latin typeface="Times New Roman" pitchFamily="18" charset="0"/>
              </a:defRPr>
            </a:lvl1pPr>
          </a:lstStyle>
          <a:p>
            <a:pPr>
              <a:defRPr/>
            </a:pPr>
            <a:endParaRPr lang="es-ES_tradnl" dirty="0"/>
          </a:p>
        </p:txBody>
      </p:sp>
    </p:spTree>
    <p:extLst>
      <p:ext uri="{BB962C8B-B14F-4D97-AF65-F5344CB8AC3E}">
        <p14:creationId xmlns:p14="http://schemas.microsoft.com/office/powerpoint/2010/main" val="29022152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050"/>
          <p:cNvSpPr>
            <a:spLocks noGrp="1" noRot="1" noChangeAspect="1" noChangeArrowheads="1" noTextEdit="1"/>
          </p:cNvSpPr>
          <p:nvPr>
            <p:ph type="sldImg"/>
          </p:nvPr>
        </p:nvSpPr>
        <p:spPr>
          <a:ln/>
        </p:spPr>
      </p:sp>
      <p:sp>
        <p:nvSpPr>
          <p:cNvPr id="39939"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2741331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050"/>
          <p:cNvSpPr>
            <a:spLocks noGrp="1" noRot="1" noChangeAspect="1" noChangeArrowheads="1" noTextEdit="1"/>
          </p:cNvSpPr>
          <p:nvPr>
            <p:ph type="sldImg"/>
          </p:nvPr>
        </p:nvSpPr>
        <p:spPr>
          <a:ln/>
        </p:spPr>
      </p:sp>
      <p:sp>
        <p:nvSpPr>
          <p:cNvPr id="40963"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36685544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1910541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2575885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39194672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3910639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050"/>
          <p:cNvSpPr>
            <a:spLocks noGrp="1" noRot="1" noChangeAspect="1" noChangeArrowheads="1" noTextEdit="1"/>
          </p:cNvSpPr>
          <p:nvPr>
            <p:ph type="sldImg"/>
          </p:nvPr>
        </p:nvSpPr>
        <p:spPr>
          <a:ln/>
        </p:spPr>
      </p:sp>
      <p:sp>
        <p:nvSpPr>
          <p:cNvPr id="43011"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1043711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050"/>
          <p:cNvSpPr>
            <a:spLocks noGrp="1" noRot="1" noChangeAspect="1" noChangeArrowheads="1" noTextEdit="1"/>
          </p:cNvSpPr>
          <p:nvPr>
            <p:ph type="sldImg"/>
          </p:nvPr>
        </p:nvSpPr>
        <p:spPr>
          <a:ln/>
        </p:spPr>
      </p:sp>
      <p:sp>
        <p:nvSpPr>
          <p:cNvPr id="43011"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3985666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674864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050"/>
          <p:cNvSpPr>
            <a:spLocks noGrp="1" noRot="1" noChangeAspect="1" noChangeArrowheads="1" noTextEdit="1"/>
          </p:cNvSpPr>
          <p:nvPr>
            <p:ph type="sldImg"/>
          </p:nvPr>
        </p:nvSpPr>
        <p:spPr>
          <a:ln/>
        </p:spPr>
      </p:sp>
      <p:sp>
        <p:nvSpPr>
          <p:cNvPr id="41987" name="Rectangle 2051"/>
          <p:cNvSpPr>
            <a:spLocks noGrp="1" noChangeArrowheads="1"/>
          </p:cNvSpPr>
          <p:nvPr>
            <p:ph type="body" idx="1"/>
          </p:nvPr>
        </p:nvSpPr>
        <p:spPr>
          <a:noFill/>
          <a:ln/>
        </p:spPr>
        <p:txBody>
          <a:bodyPr/>
          <a:lstStyle/>
          <a:p>
            <a:endParaRPr lang="es-MX" dirty="0">
              <a:latin typeface="Arial" pitchFamily="34" charset="0"/>
            </a:endParaRPr>
          </a:p>
        </p:txBody>
      </p:sp>
    </p:spTree>
    <p:extLst>
      <p:ext uri="{BB962C8B-B14F-4D97-AF65-F5344CB8AC3E}">
        <p14:creationId xmlns:p14="http://schemas.microsoft.com/office/powerpoint/2010/main" val="2914251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2 Subtítulo"/>
          <p:cNvSpPr>
            <a:spLocks noGrp="1"/>
          </p:cNvSpPr>
          <p:nvPr>
            <p:ph type="subTitle" idx="1"/>
          </p:nvPr>
        </p:nvSpPr>
        <p:spPr>
          <a:xfrm>
            <a:off x="1028700" y="5181600"/>
            <a:ext cx="4800600" cy="23368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
              <a:t>Haga clic para modificar el estilo de subtítulo del patrón</a:t>
            </a:r>
            <a:endParaRPr lang="es-MX"/>
          </a:p>
        </p:txBody>
      </p:sp>
      <p:sp>
        <p:nvSpPr>
          <p:cNvPr id="5" name="Rectangle 4"/>
          <p:cNvSpPr>
            <a:spLocks noGrp="1" noChangeArrowheads="1"/>
          </p:cNvSpPr>
          <p:nvPr>
            <p:ph type="dt" sz="half" idx="10"/>
          </p:nvPr>
        </p:nvSpPr>
        <p:spPr>
          <a:xfrm>
            <a:off x="514350" y="8331200"/>
            <a:ext cx="1428750" cy="609600"/>
          </a:xfrm>
          <a:prstGeom prst="rect">
            <a:avLst/>
          </a:prstGeom>
        </p:spPr>
        <p:txBody>
          <a:bodyPr/>
          <a:lstStyle>
            <a:lvl1pPr>
              <a:defRPr/>
            </a:lvl1pPr>
          </a:lstStyle>
          <a:p>
            <a:pPr>
              <a:defRPr/>
            </a:pPr>
            <a:endParaRPr lang="es-ES_tradnl" dirty="0"/>
          </a:p>
        </p:txBody>
      </p:sp>
      <p:sp>
        <p:nvSpPr>
          <p:cNvPr id="6" name="Rectangle 5"/>
          <p:cNvSpPr>
            <a:spLocks noGrp="1" noChangeArrowheads="1"/>
          </p:cNvSpPr>
          <p:nvPr>
            <p:ph type="ftr" sz="quarter" idx="11"/>
          </p:nvPr>
        </p:nvSpPr>
        <p:spPr>
          <a:xfrm>
            <a:off x="2343150" y="8331200"/>
            <a:ext cx="2171700" cy="609600"/>
          </a:xfrm>
          <a:prstGeom prst="rect">
            <a:avLst/>
          </a:prstGeom>
        </p:spPr>
        <p:txBody>
          <a:bodyPr/>
          <a:lstStyle>
            <a:lvl1pPr>
              <a:defRPr/>
            </a:lvl1pPr>
          </a:lstStyle>
          <a:p>
            <a:pPr>
              <a:defRPr/>
            </a:pPr>
            <a:endParaRPr lang="es-ES_tradnl" dirty="0"/>
          </a:p>
        </p:txBody>
      </p:sp>
      <p:sp>
        <p:nvSpPr>
          <p:cNvPr id="7" name="Rectangle 6"/>
          <p:cNvSpPr>
            <a:spLocks noGrp="1" noChangeArrowheads="1"/>
          </p:cNvSpPr>
          <p:nvPr>
            <p:ph type="sldNum" sz="quarter" idx="12"/>
          </p:nvPr>
        </p:nvSpPr>
        <p:spPr>
          <a:xfrm>
            <a:off x="4914900" y="8331200"/>
            <a:ext cx="1428750" cy="609600"/>
          </a:xfrm>
          <a:prstGeom prst="rect">
            <a:avLst/>
          </a:prstGeom>
        </p:spPr>
        <p:txBody>
          <a:bodyPr/>
          <a:lstStyle>
            <a:lvl1pPr>
              <a:defRPr/>
            </a:lvl1pPr>
          </a:lstStyle>
          <a:p>
            <a:pPr>
              <a:defRPr/>
            </a:pPr>
            <a:fld id="{2756D7DD-FCD4-4C08-A9E0-C477529F7187}" type="slidenum">
              <a:rPr lang="es-ES_tradnl"/>
              <a:pPr>
                <a:defRPr/>
              </a:pPr>
              <a:t>‹Nº›</a:t>
            </a:fld>
            <a:endParaRPr lang="es-ES_tradnl" dirty="0"/>
          </a:p>
        </p:txBody>
      </p:sp>
      <p:graphicFrame>
        <p:nvGraphicFramePr>
          <p:cNvPr id="8" name="7 Tabla"/>
          <p:cNvGraphicFramePr>
            <a:graphicFrameLocks noGrp="1"/>
          </p:cNvGraphicFramePr>
          <p:nvPr userDrawn="1">
            <p:extLst>
              <p:ext uri="{D42A27DB-BD31-4B8C-83A1-F6EECF244321}">
                <p14:modId xmlns:p14="http://schemas.microsoft.com/office/powerpoint/2010/main" val="932141482"/>
              </p:ext>
            </p:extLst>
          </p:nvPr>
        </p:nvGraphicFramePr>
        <p:xfrm>
          <a:off x="3357563" y="1547140"/>
          <a:ext cx="3059833" cy="1188720"/>
        </p:xfrm>
        <a:graphic>
          <a:graphicData uri="http://schemas.openxmlformats.org/drawingml/2006/table">
            <a:tbl>
              <a:tblPr firstRow="1" bandRow="1">
                <a:tableStyleId>{5C22544A-7EE6-4342-B048-85BDC9FD1C3A}</a:tableStyleId>
              </a:tblPr>
              <a:tblGrid>
                <a:gridCol w="3059833">
                  <a:extLst>
                    <a:ext uri="{9D8B030D-6E8A-4147-A177-3AD203B41FA5}">
                      <a16:colId xmlns:a16="http://schemas.microsoft.com/office/drawing/2014/main" val="20000"/>
                    </a:ext>
                  </a:extLst>
                </a:gridCol>
              </a:tblGrid>
              <a:tr h="269357">
                <a:tc>
                  <a:txBody>
                    <a:bodyPr/>
                    <a:lstStyle/>
                    <a:p>
                      <a:r>
                        <a:rPr lang="es-ES" sz="1000" b="0" dirty="0">
                          <a:solidFill>
                            <a:schemeClr val="tx1"/>
                          </a:solidFill>
                          <a:latin typeface="Arial" pitchFamily="34" charset="0"/>
                          <a:cs typeface="Arial" pitchFamily="34" charset="0"/>
                        </a:rPr>
                        <a:t>Elaboró:</a:t>
                      </a:r>
                    </a:p>
                    <a:p>
                      <a:r>
                        <a:rPr lang="es-ES" sz="1000" b="1" dirty="0">
                          <a:solidFill>
                            <a:schemeClr val="tx1"/>
                          </a:solidFill>
                          <a:latin typeface="Arial" pitchFamily="34" charset="0"/>
                          <a:cs typeface="Arial" pitchFamily="34" charset="0"/>
                        </a:rPr>
                        <a:t>Ingeniero</a:t>
                      </a:r>
                      <a:r>
                        <a:rPr lang="es-ES" sz="1000" b="1" baseline="0" dirty="0">
                          <a:solidFill>
                            <a:schemeClr val="tx1"/>
                          </a:solidFill>
                          <a:latin typeface="Arial" pitchFamily="34" charset="0"/>
                          <a:cs typeface="Arial" pitchFamily="34" charset="0"/>
                        </a:rPr>
                        <a:t> de Entrenamiento Inyección</a:t>
                      </a:r>
                      <a:endParaRPr lang="es-ES" sz="1000" b="1"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19536">
                <a:tc>
                  <a:txBody>
                    <a:bodyPr/>
                    <a:lstStyle/>
                    <a:p>
                      <a:r>
                        <a:rPr lang="es-ES" sz="1000" b="0" dirty="0">
                          <a:solidFill>
                            <a:schemeClr val="tx1"/>
                          </a:solidFill>
                          <a:latin typeface="Arial" pitchFamily="34" charset="0"/>
                          <a:cs typeface="Arial" pitchFamily="34" charset="0"/>
                        </a:rPr>
                        <a:t>Elaboró:</a:t>
                      </a:r>
                    </a:p>
                    <a:p>
                      <a:r>
                        <a:rPr lang="es-ES" sz="1000" b="1" dirty="0">
                          <a:solidFill>
                            <a:schemeClr val="tx1"/>
                          </a:solidFill>
                          <a:latin typeface="Arial" pitchFamily="34" charset="0"/>
                          <a:cs typeface="Arial" pitchFamily="34" charset="0"/>
                        </a:rPr>
                        <a:t>Ingeniero</a:t>
                      </a:r>
                      <a:r>
                        <a:rPr lang="es-ES" sz="1000" b="1" baseline="0" dirty="0">
                          <a:solidFill>
                            <a:schemeClr val="tx1"/>
                          </a:solidFill>
                          <a:latin typeface="Arial" pitchFamily="34" charset="0"/>
                          <a:cs typeface="Arial" pitchFamily="34" charset="0"/>
                        </a:rPr>
                        <a:t> de Procesos Inyección</a:t>
                      </a:r>
                      <a:endParaRPr lang="es-ES" sz="1000" b="1"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19536">
                <a:tc>
                  <a:txBody>
                    <a:bodyPr/>
                    <a:lstStyle/>
                    <a:p>
                      <a:r>
                        <a:rPr lang="es-ES" sz="1000" b="0" dirty="0">
                          <a:solidFill>
                            <a:schemeClr val="tx1"/>
                          </a:solidFill>
                          <a:latin typeface="Arial" pitchFamily="34" charset="0"/>
                          <a:cs typeface="Arial" pitchFamily="34" charset="0"/>
                        </a:rPr>
                        <a:t>Aprobado por:</a:t>
                      </a:r>
                    </a:p>
                    <a:p>
                      <a:r>
                        <a:rPr lang="es-ES" sz="1000" b="0" dirty="0">
                          <a:solidFill>
                            <a:schemeClr val="tx1"/>
                          </a:solidFill>
                          <a:latin typeface="Arial" pitchFamily="34" charset="0"/>
                          <a:cs typeface="Arial" pitchFamily="34" charset="0"/>
                        </a:rPr>
                        <a:t>Gerente</a:t>
                      </a:r>
                      <a:r>
                        <a:rPr lang="es-ES" sz="1000" b="0" baseline="0" dirty="0">
                          <a:solidFill>
                            <a:schemeClr val="tx1"/>
                          </a:solidFill>
                          <a:latin typeface="Arial" pitchFamily="34" charset="0"/>
                          <a:cs typeface="Arial" pitchFamily="34" charset="0"/>
                        </a:rPr>
                        <a:t> Producción Riasa</a:t>
                      </a:r>
                      <a:endParaRPr lang="es-ES" sz="1000" b="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514350" y="812800"/>
            <a:ext cx="5829300" cy="1524000"/>
          </a:xfrm>
          <a:prstGeom prst="rect">
            <a:avLst/>
          </a:prstGeom>
        </p:spPr>
        <p:txBody>
          <a:bodyPr/>
          <a:lstStyle/>
          <a:p>
            <a:r>
              <a:rPr lang="es-ES" dirty="0"/>
              <a:t>Haga clic para modificar el estilo de título del patrón</a:t>
            </a:r>
            <a:endParaRPr lang="es-MX" dirty="0"/>
          </a:p>
        </p:txBody>
      </p:sp>
      <p:sp>
        <p:nvSpPr>
          <p:cNvPr id="3" name="2 Marcador de contenido"/>
          <p:cNvSpPr>
            <a:spLocks noGrp="1"/>
          </p:cNvSpPr>
          <p:nvPr>
            <p:ph idx="1"/>
          </p:nvPr>
        </p:nvSpPr>
        <p:spPr>
          <a:xfrm>
            <a:off x="514350" y="2641600"/>
            <a:ext cx="5829300" cy="5486400"/>
          </a:xfrm>
          <a:prstGeom prst="rect">
            <a:avLst/>
          </a:prstGeo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5"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6"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84857460-4EB1-41A0-A017-108D16FF52F8}" type="slidenum">
              <a:rPr lang="es-ES_tradnl"/>
              <a:pPr>
                <a:defRPr/>
              </a:pPr>
              <a:t>‹Nº›</a:t>
            </a:fld>
            <a:endParaRPr lang="es-ES_tradn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541338" y="5875338"/>
            <a:ext cx="5829300" cy="1816100"/>
          </a:xfrm>
          <a:prstGeom prst="rect">
            <a:avLst/>
          </a:prstGeo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541338" y="3875089"/>
            <a:ext cx="5829300" cy="2000250"/>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5"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6"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AD864422-FFF5-47DA-BC39-6EEF79069D56}" type="slidenum">
              <a:rPr lang="es-ES_tradnl"/>
              <a:pPr>
                <a:defRPr/>
              </a:pPr>
              <a:t>‹Nº›</a:t>
            </a:fld>
            <a:endParaRPr lang="es-ES_tradn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514350" y="812800"/>
            <a:ext cx="5829300" cy="1524000"/>
          </a:xfrm>
          <a:prstGeom prst="rect">
            <a:avLst/>
          </a:prstGeom>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514350" y="2641600"/>
            <a:ext cx="2838450" cy="54864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3505200" y="2641600"/>
            <a:ext cx="2838450" cy="54864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6"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7"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CDB3997A-6368-4C1C-B492-C3DD05C43C1D}" type="slidenum">
              <a:rPr lang="es-ES_tradnl"/>
              <a:pPr>
                <a:defRPr/>
              </a:pPr>
              <a:t>‹Nº›</a:t>
            </a:fld>
            <a:endParaRPr lang="es-ES_trad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342900" y="366714"/>
            <a:ext cx="6172200" cy="1524000"/>
          </a:xfrm>
          <a:prstGeom prst="rect">
            <a:avLst/>
          </a:prstGeom>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342900" y="2046288"/>
            <a:ext cx="3030538" cy="85407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342900" y="2900363"/>
            <a:ext cx="3030538" cy="52673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3484565" y="2046288"/>
            <a:ext cx="3030537" cy="85407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3484565" y="2900363"/>
            <a:ext cx="3030537" cy="5267325"/>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8"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9"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F84F50EC-A0F1-4983-949D-71FCFD736806}" type="slidenum">
              <a:rPr lang="es-ES_tradnl"/>
              <a:pPr>
                <a:defRPr/>
              </a:pPr>
              <a:t>‹Nº›</a:t>
            </a:fld>
            <a:endParaRPr lang="es-ES_tradn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514350" y="812800"/>
            <a:ext cx="5829300" cy="1524000"/>
          </a:xfrm>
          <a:prstGeom prst="rect">
            <a:avLst/>
          </a:prstGeom>
        </p:spPr>
        <p:txBody>
          <a:bodyPr/>
          <a:lstStyle/>
          <a:p>
            <a:r>
              <a:rPr lang="es-ES"/>
              <a:t>Haga clic para modificar el estilo de título del patrón</a:t>
            </a:r>
            <a:endParaRPr lang="es-MX"/>
          </a:p>
        </p:txBody>
      </p:sp>
      <p:sp>
        <p:nvSpPr>
          <p:cNvPr id="3"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4"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5"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DA64085C-0845-44C6-BF48-7E95E9818297}" type="slidenum">
              <a:rPr lang="es-ES_tradnl"/>
              <a:pPr>
                <a:defRPr/>
              </a:pPr>
              <a:t>‹Nº›</a:t>
            </a:fld>
            <a:endParaRPr lang="es-ES_tradn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3"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4"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0004EDF3-3672-4BFE-85F9-8D973476C0AC}" type="slidenum">
              <a:rPr lang="es-ES_tradnl"/>
              <a:pPr>
                <a:defRPr/>
              </a:pPr>
              <a:t>‹Nº›</a:t>
            </a:fld>
            <a:endParaRPr lang="es-ES_tradn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342900" y="363538"/>
            <a:ext cx="2255838" cy="1549400"/>
          </a:xfrm>
          <a:prstGeom prst="rect">
            <a:avLst/>
          </a:prstGeo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2681288" y="363538"/>
            <a:ext cx="3833812" cy="7804150"/>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342900" y="1912938"/>
            <a:ext cx="2255838" cy="62547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6"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7"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177D6A84-9299-4C04-A625-CC9E84C32EF5}" type="slidenum">
              <a:rPr lang="es-ES_tradnl"/>
              <a:pPr>
                <a:defRPr/>
              </a:pPr>
              <a:t>‹Nº›</a:t>
            </a:fld>
            <a:endParaRPr lang="es-ES_tradnl"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344613" y="6400800"/>
            <a:ext cx="4114800" cy="755650"/>
          </a:xfrm>
          <a:prstGeom prst="rect">
            <a:avLst/>
          </a:prstGeo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344613" y="817563"/>
            <a:ext cx="4114800" cy="54864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MX" noProof="0" dirty="0"/>
          </a:p>
        </p:txBody>
      </p:sp>
      <p:sp>
        <p:nvSpPr>
          <p:cNvPr id="4" name="3 Marcador de texto"/>
          <p:cNvSpPr>
            <a:spLocks noGrp="1"/>
          </p:cNvSpPr>
          <p:nvPr>
            <p:ph type="body" sz="half" idx="2"/>
          </p:nvPr>
        </p:nvSpPr>
        <p:spPr>
          <a:xfrm>
            <a:off x="1344613" y="7156450"/>
            <a:ext cx="4114800" cy="107315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6"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7"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B66D8151-F9F2-4CFC-A1BD-BAD4DC593AFE}" type="slidenum">
              <a:rPr lang="es-ES_tradnl"/>
              <a:pPr>
                <a:defRPr/>
              </a:pPr>
              <a:t>‹Nº›</a:t>
            </a:fld>
            <a:endParaRPr lang="es-ES_tradn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514350" y="812800"/>
            <a:ext cx="5829300" cy="1524000"/>
          </a:xfrm>
          <a:prstGeom prst="rect">
            <a:avLst/>
          </a:prstGeom>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514350" y="2641600"/>
            <a:ext cx="5829300" cy="5486400"/>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5"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6"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3E5F152C-8144-4C1B-80D5-CB07E1D179B8}" type="slidenum">
              <a:rPr lang="es-ES_tradnl"/>
              <a:pPr>
                <a:defRPr/>
              </a:pPr>
              <a:t>‹Nº›</a:t>
            </a:fld>
            <a:endParaRPr lang="es-ES_tradn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4886327" y="812800"/>
            <a:ext cx="1457325" cy="7315200"/>
          </a:xfrm>
          <a:prstGeom prst="rect">
            <a:avLst/>
          </a:prstGeo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514352" y="812800"/>
            <a:ext cx="4219575" cy="7315200"/>
          </a:xfrm>
          <a:prstGeom prst="rect">
            <a:avLst/>
          </a:prstGeo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Rectangle 4"/>
          <p:cNvSpPr>
            <a:spLocks noGrp="1" noChangeArrowheads="1"/>
          </p:cNvSpPr>
          <p:nvPr>
            <p:ph type="dt" sz="half" idx="10"/>
          </p:nvPr>
        </p:nvSpPr>
        <p:spPr>
          <a:xfrm>
            <a:off x="514350" y="8331200"/>
            <a:ext cx="1428750" cy="609600"/>
          </a:xfrm>
          <a:prstGeom prst="rect">
            <a:avLst/>
          </a:prstGeom>
          <a:ln/>
        </p:spPr>
        <p:txBody>
          <a:bodyPr/>
          <a:lstStyle>
            <a:lvl1pPr>
              <a:defRPr/>
            </a:lvl1pPr>
          </a:lstStyle>
          <a:p>
            <a:pPr>
              <a:defRPr/>
            </a:pPr>
            <a:endParaRPr lang="es-ES_tradnl" dirty="0"/>
          </a:p>
        </p:txBody>
      </p:sp>
      <p:sp>
        <p:nvSpPr>
          <p:cNvPr id="5" name="Rectangle 5"/>
          <p:cNvSpPr>
            <a:spLocks noGrp="1" noChangeArrowheads="1"/>
          </p:cNvSpPr>
          <p:nvPr>
            <p:ph type="ftr" sz="quarter" idx="11"/>
          </p:nvPr>
        </p:nvSpPr>
        <p:spPr>
          <a:xfrm>
            <a:off x="2343150" y="8331200"/>
            <a:ext cx="2171700" cy="609600"/>
          </a:xfrm>
          <a:prstGeom prst="rect">
            <a:avLst/>
          </a:prstGeom>
          <a:ln/>
        </p:spPr>
        <p:txBody>
          <a:bodyPr/>
          <a:lstStyle>
            <a:lvl1pPr>
              <a:defRPr/>
            </a:lvl1pPr>
          </a:lstStyle>
          <a:p>
            <a:pPr>
              <a:defRPr/>
            </a:pPr>
            <a:endParaRPr lang="es-ES_tradnl" dirty="0"/>
          </a:p>
        </p:txBody>
      </p:sp>
      <p:sp>
        <p:nvSpPr>
          <p:cNvPr id="6" name="Rectangle 6"/>
          <p:cNvSpPr>
            <a:spLocks noGrp="1" noChangeArrowheads="1"/>
          </p:cNvSpPr>
          <p:nvPr>
            <p:ph type="sldNum" sz="quarter" idx="12"/>
          </p:nvPr>
        </p:nvSpPr>
        <p:spPr>
          <a:xfrm>
            <a:off x="4914900" y="8331200"/>
            <a:ext cx="1428750" cy="609600"/>
          </a:xfrm>
          <a:prstGeom prst="rect">
            <a:avLst/>
          </a:prstGeom>
          <a:ln/>
        </p:spPr>
        <p:txBody>
          <a:bodyPr/>
          <a:lstStyle>
            <a:lvl1pPr>
              <a:defRPr/>
            </a:lvl1pPr>
          </a:lstStyle>
          <a:p>
            <a:pPr>
              <a:defRPr/>
            </a:pPr>
            <a:fld id="{1ACDA055-5CFE-4B84-B089-4FAE814C1673}" type="slidenum">
              <a:rPr lang="es-ES_tradnl"/>
              <a:pPr>
                <a:defRPr/>
              </a:pPr>
              <a:t>‹Nº›</a:t>
            </a:fld>
            <a:endParaRPr lang="es-ES_tradnl"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857250" y="1497013"/>
            <a:ext cx="5143500" cy="3182937"/>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857250" y="4802188"/>
            <a:ext cx="5143500" cy="22082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144595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3559023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468313" y="2279650"/>
            <a:ext cx="5915025" cy="3803650"/>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468313" y="6119813"/>
            <a:ext cx="5915025" cy="200025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1091820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471488" y="2433638"/>
            <a:ext cx="2881312" cy="580231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3505200" y="2433638"/>
            <a:ext cx="2881313" cy="580231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33980112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473075" y="487363"/>
            <a:ext cx="5915025" cy="1766887"/>
          </a:xfrm>
        </p:spPr>
        <p:txBody>
          <a:bodyPr/>
          <a:lstStyle/>
          <a:p>
            <a:r>
              <a:rPr lang="es-ES"/>
              <a:t>Haga clic para modificar el estilo de título del patrón</a:t>
            </a:r>
          </a:p>
        </p:txBody>
      </p:sp>
      <p:sp>
        <p:nvSpPr>
          <p:cNvPr id="3" name="Marcador de texto 2"/>
          <p:cNvSpPr>
            <a:spLocks noGrp="1"/>
          </p:cNvSpPr>
          <p:nvPr>
            <p:ph type="body" idx="1"/>
          </p:nvPr>
        </p:nvSpPr>
        <p:spPr>
          <a:xfrm>
            <a:off x="473075" y="2241550"/>
            <a:ext cx="2900363"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473075" y="3340100"/>
            <a:ext cx="2900363" cy="491331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3471863" y="2241550"/>
            <a:ext cx="2916237" cy="10985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3471863" y="3340100"/>
            <a:ext cx="2916237" cy="491331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7265043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3918702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656852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2916238" y="1316038"/>
            <a:ext cx="3471862" cy="64992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26556045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473075" y="609600"/>
            <a:ext cx="2211388" cy="21336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2916238" y="1316038"/>
            <a:ext cx="3471862" cy="64992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473075" y="2743200"/>
            <a:ext cx="2211388" cy="508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30385448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311517317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08550" y="487363"/>
            <a:ext cx="1477963" cy="7748587"/>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471488" y="487363"/>
            <a:ext cx="4284662" cy="774858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1144676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7 Tabla"/>
          <p:cNvGraphicFramePr>
            <a:graphicFrameLocks noGrp="1"/>
          </p:cNvGraphicFramePr>
          <p:nvPr userDrawn="1">
            <p:extLst>
              <p:ext uri="{D42A27DB-BD31-4B8C-83A1-F6EECF244321}">
                <p14:modId xmlns:p14="http://schemas.microsoft.com/office/powerpoint/2010/main" val="2844218673"/>
              </p:ext>
            </p:extLst>
          </p:nvPr>
        </p:nvGraphicFramePr>
        <p:xfrm>
          <a:off x="3357563" y="827088"/>
          <a:ext cx="3059832" cy="720276"/>
        </p:xfrm>
        <a:graphic>
          <a:graphicData uri="http://schemas.openxmlformats.org/drawingml/2006/table">
            <a:tbl>
              <a:tblPr firstRow="1" bandRow="1">
                <a:tableStyleId>{5C22544A-7EE6-4342-B048-85BDC9FD1C3A}</a:tableStyleId>
              </a:tblPr>
              <a:tblGrid>
                <a:gridCol w="1529916">
                  <a:extLst>
                    <a:ext uri="{9D8B030D-6E8A-4147-A177-3AD203B41FA5}">
                      <a16:colId xmlns:a16="http://schemas.microsoft.com/office/drawing/2014/main" val="20000"/>
                    </a:ext>
                  </a:extLst>
                </a:gridCol>
                <a:gridCol w="1529916">
                  <a:extLst>
                    <a:ext uri="{9D8B030D-6E8A-4147-A177-3AD203B41FA5}">
                      <a16:colId xmlns:a16="http://schemas.microsoft.com/office/drawing/2014/main" val="20001"/>
                    </a:ext>
                  </a:extLst>
                </a:gridCol>
              </a:tblGrid>
              <a:tr h="324036">
                <a:tc>
                  <a:txBody>
                    <a:bodyPr/>
                    <a:lstStyle/>
                    <a:p>
                      <a:r>
                        <a:rPr lang="es-ES" sz="1000" b="0" dirty="0">
                          <a:solidFill>
                            <a:schemeClr val="tx1"/>
                          </a:solidFill>
                          <a:latin typeface="Arial" pitchFamily="34" charset="0"/>
                          <a:cs typeface="Arial" pitchFamily="34" charset="0"/>
                        </a:rPr>
                        <a:t>Código: R-ME-IP-IN-01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ES" sz="1000" b="0" dirty="0">
                          <a:solidFill>
                            <a:schemeClr val="tx1"/>
                          </a:solidFill>
                          <a:latin typeface="Arial" pitchFamily="34" charset="0"/>
                          <a:cs typeface="Arial" pitchFamily="34" charset="0"/>
                        </a:rPr>
                        <a:t>Página:</a:t>
                      </a:r>
                      <a:r>
                        <a:rPr lang="es-ES" sz="1000" b="0" baseline="0" dirty="0">
                          <a:solidFill>
                            <a:schemeClr val="tx1"/>
                          </a:solidFill>
                          <a:latin typeface="Arial" pitchFamily="34" charset="0"/>
                          <a:cs typeface="Arial" pitchFamily="34" charset="0"/>
                        </a:rPr>
                        <a:t>      </a:t>
                      </a:r>
                      <a:r>
                        <a:rPr lang="es-ES" sz="1000" b="0" dirty="0">
                          <a:solidFill>
                            <a:schemeClr val="tx1"/>
                          </a:solidFill>
                          <a:latin typeface="Arial" pitchFamily="34" charset="0"/>
                          <a:cs typeface="Arial" pitchFamily="34" charset="0"/>
                        </a:rPr>
                        <a:t>de  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24036">
                <a:tc>
                  <a:txBody>
                    <a:bodyPr/>
                    <a:lstStyle/>
                    <a:p>
                      <a:r>
                        <a:rPr lang="es-ES" sz="1000" b="0" dirty="0">
                          <a:solidFill>
                            <a:schemeClr val="tx1"/>
                          </a:solidFill>
                          <a:latin typeface="Arial" pitchFamily="34" charset="0"/>
                          <a:cs typeface="Arial" pitchFamily="34" charset="0"/>
                        </a:rPr>
                        <a:t>Fecha de</a:t>
                      </a:r>
                      <a:r>
                        <a:rPr lang="es-ES" sz="1000" b="0" baseline="0" dirty="0">
                          <a:solidFill>
                            <a:schemeClr val="tx1"/>
                          </a:solidFill>
                          <a:latin typeface="Arial" pitchFamily="34" charset="0"/>
                          <a:cs typeface="Arial" pitchFamily="34" charset="0"/>
                        </a:rPr>
                        <a:t> emisión: </a:t>
                      </a:r>
                      <a:br>
                        <a:rPr lang="es-ES" sz="1000" b="0" baseline="0" dirty="0">
                          <a:solidFill>
                            <a:schemeClr val="tx1"/>
                          </a:solidFill>
                          <a:latin typeface="Arial" pitchFamily="34" charset="0"/>
                          <a:cs typeface="Arial" pitchFamily="34" charset="0"/>
                        </a:rPr>
                      </a:br>
                      <a:r>
                        <a:rPr lang="es-ES" sz="1000" b="0" baseline="0" dirty="0">
                          <a:solidFill>
                            <a:schemeClr val="tx1"/>
                          </a:solidFill>
                          <a:latin typeface="Arial" pitchFamily="34" charset="0"/>
                          <a:cs typeface="Arial" pitchFamily="34" charset="0"/>
                        </a:rPr>
                        <a:t>06/09/2018</a:t>
                      </a:r>
                      <a:endParaRPr lang="es-ES" sz="1000" b="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s-ES" sz="1000" b="0" dirty="0">
                          <a:solidFill>
                            <a:schemeClr val="tx1"/>
                          </a:solidFill>
                          <a:latin typeface="Arial" pitchFamily="34" charset="0"/>
                          <a:cs typeface="Arial" pitchFamily="34" charset="0"/>
                        </a:rPr>
                        <a:t>Fecha Rev.: 06/09/2018</a:t>
                      </a:r>
                    </a:p>
                    <a:p>
                      <a:r>
                        <a:rPr lang="es-ES" sz="1000" b="0" dirty="0">
                          <a:solidFill>
                            <a:schemeClr val="tx1"/>
                          </a:solidFill>
                          <a:latin typeface="Arial" pitchFamily="34" charset="0"/>
                          <a:cs typeface="Arial" pitchFamily="34" charset="0"/>
                        </a:rPr>
                        <a:t>No.</a:t>
                      </a:r>
                      <a:r>
                        <a:rPr lang="es-ES" sz="1000" b="0" baseline="0" dirty="0">
                          <a:solidFill>
                            <a:schemeClr val="tx1"/>
                          </a:solidFill>
                          <a:latin typeface="Arial" pitchFamily="34" charset="0"/>
                          <a:cs typeface="Arial" pitchFamily="34" charset="0"/>
                        </a:rPr>
                        <a:t> Rev.: 00</a:t>
                      </a:r>
                      <a:endParaRPr lang="es-ES" sz="1000" b="0" dirty="0">
                        <a:solidFill>
                          <a:schemeClr val="tx1"/>
                        </a:solidFill>
                        <a:latin typeface="Arial" pitchFamily="34" charset="0"/>
                        <a:cs typeface="Arial"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cxnSp>
        <p:nvCxnSpPr>
          <p:cNvPr id="11" name="27 Conector recto"/>
          <p:cNvCxnSpPr>
            <a:cxnSpLocks noChangeShapeType="1"/>
          </p:cNvCxnSpPr>
          <p:nvPr userDrawn="1"/>
        </p:nvCxnSpPr>
        <p:spPr bwMode="auto">
          <a:xfrm>
            <a:off x="549275" y="684213"/>
            <a:ext cx="5903913" cy="0"/>
          </a:xfrm>
          <a:prstGeom prst="line">
            <a:avLst/>
          </a:prstGeom>
          <a:noFill/>
          <a:ln w="38100" cmpd="thinThick" algn="ctr">
            <a:solidFill>
              <a:schemeClr val="tx1"/>
            </a:solidFill>
            <a:round/>
            <a:headEnd/>
            <a:tailEnd/>
          </a:ln>
        </p:spPr>
      </p:cxnSp>
      <p:cxnSp>
        <p:nvCxnSpPr>
          <p:cNvPr id="12" name="29 Conector recto"/>
          <p:cNvCxnSpPr>
            <a:cxnSpLocks noChangeShapeType="1"/>
          </p:cNvCxnSpPr>
          <p:nvPr userDrawn="1"/>
        </p:nvCxnSpPr>
        <p:spPr bwMode="auto">
          <a:xfrm>
            <a:off x="549275" y="8757465"/>
            <a:ext cx="5903913" cy="0"/>
          </a:xfrm>
          <a:prstGeom prst="line">
            <a:avLst/>
          </a:prstGeom>
          <a:noFill/>
          <a:ln w="38100" cmpd="thinThick" algn="ctr">
            <a:solidFill>
              <a:schemeClr val="tx1"/>
            </a:solidFill>
            <a:round/>
            <a:headEnd/>
            <a:tailEnd/>
          </a:ln>
        </p:spPr>
      </p:cxnSp>
      <p:pic>
        <p:nvPicPr>
          <p:cNvPr id="13" name="Imagen 12"/>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5184195" y="206515"/>
            <a:ext cx="1227981" cy="405045"/>
          </a:xfrm>
          <a:prstGeom prst="rect">
            <a:avLst/>
          </a:prstGeom>
          <a:noFill/>
          <a:ln w="9525">
            <a:noFill/>
            <a:miter lim="800000"/>
            <a:headEnd/>
            <a:tailEnd/>
          </a:ln>
        </p:spPr>
      </p:pic>
      <p:pic>
        <p:nvPicPr>
          <p:cNvPr id="14" name="Imagen 13"/>
          <p:cNvPicPr/>
          <p:nvPr userDrawn="1"/>
        </p:nvPicPr>
        <p:blipFill>
          <a:blip r:embed="rId14" cstate="email">
            <a:extLst>
              <a:ext uri="{28A0092B-C50C-407E-A947-70E740481C1C}">
                <a14:useLocalDpi xmlns:a14="http://schemas.microsoft.com/office/drawing/2010/main"/>
              </a:ext>
            </a:extLst>
          </a:blip>
          <a:stretch>
            <a:fillRect/>
          </a:stretch>
        </p:blipFill>
        <p:spPr>
          <a:xfrm>
            <a:off x="503675" y="116505"/>
            <a:ext cx="1350150" cy="585185"/>
          </a:xfrm>
          <a:prstGeom prst="rect">
            <a:avLst/>
          </a:prstGeom>
        </p:spPr>
      </p:pic>
      <p:sp>
        <p:nvSpPr>
          <p:cNvPr id="2" name="CuadroTexto 1"/>
          <p:cNvSpPr txBox="1"/>
          <p:nvPr userDrawn="1"/>
        </p:nvSpPr>
        <p:spPr>
          <a:xfrm>
            <a:off x="5319211" y="827088"/>
            <a:ext cx="585064" cy="246221"/>
          </a:xfrm>
          <a:prstGeom prst="rect">
            <a:avLst/>
          </a:prstGeom>
          <a:noFill/>
        </p:spPr>
        <p:txBody>
          <a:bodyPr wrap="square" rtlCol="0">
            <a:spAutoFit/>
          </a:bodyPr>
          <a:lstStyle/>
          <a:p>
            <a:fld id="{E2974150-0EC3-4780-AEEC-23E458C8D05A}" type="slidenum">
              <a:rPr lang="es-ES" sz="1000" b="0" kern="1200" smtClean="0">
                <a:solidFill>
                  <a:schemeClr val="tx1"/>
                </a:solidFill>
                <a:latin typeface="Arial" pitchFamily="34" charset="0"/>
                <a:ea typeface="+mn-ea"/>
                <a:cs typeface="Arial" pitchFamily="34" charset="0"/>
              </a:rPr>
              <a:pPr/>
              <a:t>‹Nº›</a:t>
            </a:fld>
            <a:endParaRPr lang="es-ES" sz="1000" b="0" kern="1200" dirty="0">
              <a:solidFill>
                <a:schemeClr val="tx1"/>
              </a:solidFill>
              <a:latin typeface="Arial" pitchFamily="34" charset="0"/>
              <a:ea typeface="+mn-ea"/>
              <a:cs typeface="Arial" pitchFamily="34" charset="0"/>
            </a:endParaRPr>
          </a:p>
        </p:txBody>
      </p:sp>
      <p:sp>
        <p:nvSpPr>
          <p:cNvPr id="9" name="24 Marcador de pie de página"/>
          <p:cNvSpPr txBox="1">
            <a:spLocks/>
          </p:cNvSpPr>
          <p:nvPr userDrawn="1"/>
        </p:nvSpPr>
        <p:spPr>
          <a:xfrm>
            <a:off x="4104076" y="8775975"/>
            <a:ext cx="2340260" cy="34153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s-ES_tradnl" sz="800" b="1" i="0" u="none" strike="noStrike" kern="1200" cap="none" spc="0" normalizeH="0" baseline="0" noProof="0" dirty="0">
                <a:ln>
                  <a:noFill/>
                </a:ln>
                <a:solidFill>
                  <a:schemeClr val="tx1"/>
                </a:solidFill>
                <a:effectLst/>
                <a:uLnTx/>
                <a:uFillTx/>
                <a:latin typeface="Arial" pitchFamily="34" charset="0"/>
                <a:ea typeface="+mn-ea"/>
                <a:cs typeface="+mn-cs"/>
              </a:rPr>
              <a:t>REV: 03  SEP 05’ 2018  ER–FO–CD-GR-11</a:t>
            </a:r>
          </a:p>
        </p:txBody>
      </p:sp>
    </p:spTree>
  </p:cSld>
  <p:clrMap bg1="lt1" tx1="dk1" bg2="lt2" tx2="dk2" accent1="accent1" accent2="accent2" accent3="accent3" accent4="accent4" accent5="accent5" accent6="accent6" hlink="hlink" folHlink="folHlink"/>
  <p:sldLayoutIdLst>
    <p:sldLayoutId id="2147483779"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471488" y="487363"/>
            <a:ext cx="5915025" cy="1766887"/>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471488" y="2433638"/>
            <a:ext cx="5915025" cy="5802312"/>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471488" y="8475663"/>
            <a:ext cx="154305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EDBF6363-5592-4139-A2F0-B78B5A62E9AA}" type="datetimeFigureOut">
              <a:rPr lang="es-ES" smtClean="0"/>
              <a:pPr/>
              <a:t>02/12/2019</a:t>
            </a:fld>
            <a:endParaRPr lang="es-ES" dirty="0"/>
          </a:p>
        </p:txBody>
      </p:sp>
      <p:sp>
        <p:nvSpPr>
          <p:cNvPr id="5" name="Marcador de pie de página 4"/>
          <p:cNvSpPr>
            <a:spLocks noGrp="1"/>
          </p:cNvSpPr>
          <p:nvPr>
            <p:ph type="ftr" sz="quarter" idx="3"/>
          </p:nvPr>
        </p:nvSpPr>
        <p:spPr>
          <a:xfrm>
            <a:off x="2271713" y="8475663"/>
            <a:ext cx="2314575"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4843463" y="8475663"/>
            <a:ext cx="154305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54F08A12-3888-42B4-9604-51F377EF28FE}" type="slidenum">
              <a:rPr lang="es-ES" smtClean="0"/>
              <a:pPr/>
              <a:t>‹Nº›</a:t>
            </a:fld>
            <a:endParaRPr lang="es-ES" dirty="0"/>
          </a:p>
        </p:txBody>
      </p:sp>
    </p:spTree>
    <p:extLst>
      <p:ext uri="{BB962C8B-B14F-4D97-AF65-F5344CB8AC3E}">
        <p14:creationId xmlns:p14="http://schemas.microsoft.com/office/powerpoint/2010/main" val="2892800309"/>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18"/>
          <p:cNvSpPr>
            <a:spLocks noChangeArrowheads="1"/>
          </p:cNvSpPr>
          <p:nvPr/>
        </p:nvSpPr>
        <p:spPr bwMode="auto">
          <a:xfrm>
            <a:off x="1178750" y="7542330"/>
            <a:ext cx="4713287" cy="1035115"/>
          </a:xfrm>
          <a:prstGeom prst="rect">
            <a:avLst/>
          </a:prstGeom>
          <a:noFill/>
          <a:ln w="9525">
            <a:noFill/>
            <a:miter lim="800000"/>
            <a:headEnd/>
            <a:tailEnd/>
          </a:ln>
          <a:effectLst/>
        </p:spPr>
        <p:txBody>
          <a:bodyPr lIns="0" tIns="0" rIns="0" bIns="0"/>
          <a:lstStyle/>
          <a:p>
            <a:pPr marL="355793" indent="-355793" eaLnBrk="0" hangingPunct="0">
              <a:lnSpc>
                <a:spcPct val="110000"/>
              </a:lnSpc>
              <a:spcBef>
                <a:spcPct val="20000"/>
              </a:spcBef>
              <a:buFont typeface="Monotype Sorts" pitchFamily="2" charset="2"/>
              <a:buNone/>
              <a:defRPr/>
            </a:pPr>
            <a:r>
              <a:rPr lang="es-ES_tradnl" sz="1800" b="1" dirty="0">
                <a:effectLst>
                  <a:outerShdw blurRad="38100" dist="38100" dir="2700000" algn="tl">
                    <a:srgbClr val="C0C0C0"/>
                  </a:outerShdw>
                </a:effectLst>
                <a:latin typeface="Technical" pitchFamily="34" charset="0"/>
              </a:rPr>
              <a:t>Planta: RIASA</a:t>
            </a:r>
          </a:p>
          <a:p>
            <a:pPr marL="355793" indent="-355793" eaLnBrk="0" hangingPunct="0">
              <a:lnSpc>
                <a:spcPct val="110000"/>
              </a:lnSpc>
              <a:spcBef>
                <a:spcPct val="20000"/>
              </a:spcBef>
              <a:buFont typeface="Monotype Sorts" pitchFamily="2" charset="2"/>
              <a:buNone/>
              <a:defRPr/>
            </a:pPr>
            <a:r>
              <a:rPr lang="es-ES_tradnl" sz="1800" b="1" dirty="0">
                <a:effectLst>
                  <a:outerShdw blurRad="38100" dist="38100" dir="2700000" algn="tl">
                    <a:srgbClr val="C0C0C0"/>
                  </a:outerShdw>
                </a:effectLst>
                <a:latin typeface="Technical" pitchFamily="34" charset="0"/>
              </a:rPr>
              <a:t>Área ó departamento: Inyección</a:t>
            </a:r>
          </a:p>
        </p:txBody>
      </p:sp>
      <p:sp>
        <p:nvSpPr>
          <p:cNvPr id="12" name="Rectangle 18"/>
          <p:cNvSpPr>
            <a:spLocks noChangeArrowheads="1"/>
          </p:cNvSpPr>
          <p:nvPr/>
        </p:nvSpPr>
        <p:spPr bwMode="auto">
          <a:xfrm>
            <a:off x="503675" y="3986934"/>
            <a:ext cx="5625625" cy="2340261"/>
          </a:xfrm>
          <a:prstGeom prst="rect">
            <a:avLst/>
          </a:prstGeom>
          <a:noFill/>
          <a:ln w="9525">
            <a:noFill/>
            <a:miter lim="800000"/>
            <a:headEnd/>
            <a:tailEnd/>
          </a:ln>
          <a:effectLst/>
        </p:spPr>
        <p:txBody>
          <a:bodyPr lIns="0" tIns="0" rIns="0" bIns="0"/>
          <a:lstStyle/>
          <a:p>
            <a:pPr marL="812993" lvl="1" indent="-355793" algn="ctr" eaLnBrk="0" hangingPunct="0">
              <a:lnSpc>
                <a:spcPct val="110000"/>
              </a:lnSpc>
              <a:spcBef>
                <a:spcPct val="20000"/>
              </a:spcBef>
              <a:buFont typeface="Monotype Sorts" pitchFamily="2" charset="2"/>
              <a:buNone/>
              <a:defRPr/>
            </a:pPr>
            <a:r>
              <a:rPr lang="es-ES_tradnl" sz="3200" b="1" dirty="0">
                <a:effectLst>
                  <a:outerShdw blurRad="38100" dist="38100" dir="2700000" algn="tl">
                    <a:srgbClr val="C0C0C0"/>
                  </a:outerShdw>
                </a:effectLst>
                <a:latin typeface="Technical" pitchFamily="34" charset="0"/>
              </a:rPr>
              <a:t>Manual de usuario</a:t>
            </a:r>
          </a:p>
          <a:p>
            <a:pPr marL="812993" lvl="1" indent="-355793" algn="ctr" eaLnBrk="0" hangingPunct="0">
              <a:lnSpc>
                <a:spcPct val="110000"/>
              </a:lnSpc>
              <a:spcBef>
                <a:spcPct val="20000"/>
              </a:spcBef>
              <a:buFont typeface="Monotype Sorts" pitchFamily="2" charset="2"/>
              <a:buNone/>
              <a:defRPr/>
            </a:pPr>
            <a:r>
              <a:rPr lang="es-ES_tradnl" sz="3200" b="1" i="0" dirty="0">
                <a:effectLst>
                  <a:outerShdw blurRad="38100" dist="38100" dir="2700000" algn="tl">
                    <a:srgbClr val="C0C0C0"/>
                  </a:outerShdw>
                </a:effectLst>
                <a:latin typeface="Technical" pitchFamily="34" charset="0"/>
              </a:rPr>
              <a:t>Realidad Virtual</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022440" y="5823139"/>
            <a:ext cx="5048069" cy="2467223"/>
          </a:xfrm>
          <a:prstGeom prst="rect">
            <a:avLst/>
          </a:prstGeom>
        </p:spPr>
      </p:pic>
      <p:pic>
        <p:nvPicPr>
          <p:cNvPr id="5" name="Imagen 4"/>
          <p:cNvPicPr>
            <a:picLocks noChangeAspect="1"/>
          </p:cNvPicPr>
          <p:nvPr/>
        </p:nvPicPr>
        <p:blipFill>
          <a:blip r:embed="rId3"/>
          <a:stretch>
            <a:fillRect/>
          </a:stretch>
        </p:blipFill>
        <p:spPr>
          <a:xfrm>
            <a:off x="2064602" y="2546775"/>
            <a:ext cx="2916324" cy="2916324"/>
          </a:xfrm>
          <a:prstGeom prst="rect">
            <a:avLst/>
          </a:prstGeom>
        </p:spPr>
      </p:pic>
      <p:sp>
        <p:nvSpPr>
          <p:cNvPr id="6" name="Rectangle 19"/>
          <p:cNvSpPr>
            <a:spLocks noChangeArrowheads="1"/>
          </p:cNvSpPr>
          <p:nvPr/>
        </p:nvSpPr>
        <p:spPr bwMode="auto">
          <a:xfrm>
            <a:off x="765175" y="1805735"/>
            <a:ext cx="5562600" cy="381000"/>
          </a:xfrm>
          <a:prstGeom prst="rect">
            <a:avLst/>
          </a:prstGeom>
          <a:noFill/>
          <a:ln w="9525">
            <a:noFill/>
            <a:miter lim="800000"/>
            <a:headEnd/>
            <a:tailEnd/>
          </a:ln>
          <a:effectLst/>
        </p:spPr>
        <p:txBody>
          <a:bodyPr anchor="ctr"/>
          <a:lstStyle/>
          <a:p>
            <a:pPr algn="ctr" eaLnBrk="0" hangingPunct="0">
              <a:defRPr/>
            </a:pPr>
            <a:r>
              <a:rPr lang="es-ES_tradnl" sz="2400" b="1" i="0" dirty="0">
                <a:solidFill>
                  <a:schemeClr val="tx2"/>
                </a:solidFill>
                <a:effectLst>
                  <a:outerShdw blurRad="38100" dist="38100" dir="2700000" algn="tl">
                    <a:srgbClr val="C0C0C0"/>
                  </a:outerShdw>
                </a:effectLst>
                <a:latin typeface="Technical" pitchFamily="34" charset="0"/>
              </a:rPr>
              <a:t>Herramientas HTC y Oculus Rift</a:t>
            </a:r>
          </a:p>
        </p:txBody>
      </p:sp>
    </p:spTree>
    <p:extLst>
      <p:ext uri="{BB962C8B-B14F-4D97-AF65-F5344CB8AC3E}">
        <p14:creationId xmlns:p14="http://schemas.microsoft.com/office/powerpoint/2010/main" val="4129032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5126"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765175" y="1805735"/>
            <a:ext cx="5562600" cy="381000"/>
          </a:xfrm>
          <a:prstGeom prst="rect">
            <a:avLst/>
          </a:prstGeom>
          <a:noFill/>
          <a:ln w="9525">
            <a:noFill/>
            <a:miter lim="800000"/>
            <a:headEnd/>
            <a:tailEnd/>
          </a:ln>
          <a:effectLst/>
        </p:spPr>
        <p:txBody>
          <a:bodyPr anchor="ctr"/>
          <a:lstStyle/>
          <a:p>
            <a:pPr algn="ctr" eaLnBrk="0" hangingPunct="0">
              <a:defRPr/>
            </a:pPr>
            <a:r>
              <a:rPr lang="es-ES_tradnl" sz="2400" b="1" i="0" dirty="0">
                <a:solidFill>
                  <a:schemeClr val="tx2"/>
                </a:solidFill>
                <a:effectLst>
                  <a:outerShdw blurRad="38100" dist="38100" dir="2700000" algn="tl">
                    <a:srgbClr val="C0C0C0"/>
                  </a:outerShdw>
                </a:effectLst>
                <a:latin typeface="Technical" pitchFamily="34" charset="0"/>
              </a:rPr>
              <a:t>2. ÍNDICE</a:t>
            </a:r>
          </a:p>
        </p:txBody>
      </p:sp>
      <p:sp>
        <p:nvSpPr>
          <p:cNvPr id="6" name="Rectangle 18"/>
          <p:cNvSpPr>
            <a:spLocks noChangeArrowheads="1"/>
          </p:cNvSpPr>
          <p:nvPr/>
        </p:nvSpPr>
        <p:spPr bwMode="auto">
          <a:xfrm>
            <a:off x="926105" y="2789185"/>
            <a:ext cx="4713287" cy="4753145"/>
          </a:xfrm>
          <a:prstGeom prst="rect">
            <a:avLst/>
          </a:prstGeom>
          <a:noFill/>
          <a:ln w="9525">
            <a:noFill/>
            <a:miter lim="800000"/>
            <a:headEnd/>
            <a:tailEnd/>
          </a:ln>
          <a:effectLst/>
        </p:spPr>
        <p:txBody>
          <a:bodyPr lIns="0" tIns="0" rIns="0" bIns="0"/>
          <a:lstStyle/>
          <a:p>
            <a:pPr marL="457200" indent="-457200" eaLnBrk="0" hangingPunct="0">
              <a:lnSpc>
                <a:spcPct val="110000"/>
              </a:lnSpc>
              <a:spcBef>
                <a:spcPct val="20000"/>
              </a:spcBef>
              <a:buFont typeface="Monotype Sorts" pitchFamily="2" charset="2"/>
              <a:buAutoNum type="arabicPeriod"/>
              <a:defRPr/>
            </a:pPr>
            <a:r>
              <a:rPr lang="es-ES_tradnl" sz="2400" b="1" dirty="0">
                <a:effectLst>
                  <a:outerShdw blurRad="38100" dist="38100" dir="2700000" algn="tl">
                    <a:srgbClr val="C0C0C0"/>
                  </a:outerShdw>
                </a:effectLst>
                <a:latin typeface="Technical" pitchFamily="34" charset="0"/>
              </a:rPr>
              <a:t>Portada</a:t>
            </a:r>
          </a:p>
          <a:p>
            <a:pPr marL="457200" indent="-457200" eaLnBrk="0" hangingPunct="0">
              <a:lnSpc>
                <a:spcPct val="110000"/>
              </a:lnSpc>
              <a:spcBef>
                <a:spcPct val="20000"/>
              </a:spcBef>
              <a:buFont typeface="Monotype Sorts" pitchFamily="2" charset="2"/>
              <a:buAutoNum type="arabicPeriod"/>
              <a:defRPr/>
            </a:pPr>
            <a:r>
              <a:rPr lang="es-ES_tradnl" sz="2400" b="1" i="0" dirty="0">
                <a:effectLst>
                  <a:outerShdw blurRad="38100" dist="38100" dir="2700000" algn="tl">
                    <a:srgbClr val="C0C0C0"/>
                  </a:outerShdw>
                </a:effectLst>
                <a:latin typeface="Technical" pitchFamily="34" charset="0"/>
              </a:rPr>
              <a:t>Índice</a:t>
            </a:r>
          </a:p>
          <a:p>
            <a:pPr marL="457200" indent="-457200" eaLnBrk="0" hangingPunct="0">
              <a:lnSpc>
                <a:spcPct val="110000"/>
              </a:lnSpc>
              <a:spcBef>
                <a:spcPct val="20000"/>
              </a:spcBef>
              <a:buFont typeface="Monotype Sorts" pitchFamily="2" charset="2"/>
              <a:buAutoNum type="arabicPeriod"/>
              <a:defRPr/>
            </a:pPr>
            <a:r>
              <a:rPr lang="es-ES_tradnl" sz="2400" b="1" i="0" dirty="0">
                <a:effectLst>
                  <a:outerShdw blurRad="38100" dist="38100" dir="2700000" algn="tl">
                    <a:srgbClr val="C0C0C0"/>
                  </a:outerShdw>
                </a:effectLst>
                <a:latin typeface="Technical" pitchFamily="34" charset="0"/>
              </a:rPr>
              <a:t>Configuración </a:t>
            </a:r>
          </a:p>
          <a:p>
            <a:pPr marL="457200" indent="-457200" eaLnBrk="0" hangingPunct="0">
              <a:lnSpc>
                <a:spcPct val="110000"/>
              </a:lnSpc>
              <a:spcBef>
                <a:spcPct val="20000"/>
              </a:spcBef>
              <a:buFont typeface="Monotype Sorts" pitchFamily="2" charset="2"/>
              <a:buAutoNum type="arabicPeriod"/>
              <a:defRPr/>
            </a:pPr>
            <a:r>
              <a:rPr lang="es-ES_tradnl" sz="2400" b="1" i="0" dirty="0">
                <a:effectLst>
                  <a:outerShdw blurRad="38100" dist="38100" dir="2700000" algn="tl">
                    <a:srgbClr val="C0C0C0"/>
                  </a:outerShdw>
                </a:effectLst>
                <a:latin typeface="Technical" pitchFamily="34" charset="0"/>
              </a:rPr>
              <a:t>Datos Usuario</a:t>
            </a:r>
          </a:p>
          <a:p>
            <a:pPr marL="457200" indent="-457200" eaLnBrk="0" hangingPunct="0">
              <a:lnSpc>
                <a:spcPct val="110000"/>
              </a:lnSpc>
              <a:spcBef>
                <a:spcPct val="20000"/>
              </a:spcBef>
              <a:buFont typeface="Monotype Sorts" pitchFamily="2" charset="2"/>
              <a:buAutoNum type="arabicPeriod"/>
              <a:defRPr/>
            </a:pPr>
            <a:r>
              <a:rPr lang="es-ES_tradnl" sz="2400" b="1" i="0" dirty="0">
                <a:effectLst>
                  <a:outerShdw blurRad="38100" dist="38100" dir="2700000" algn="tl">
                    <a:srgbClr val="C0C0C0"/>
                  </a:outerShdw>
                </a:effectLst>
                <a:latin typeface="Technical" pitchFamily="34" charset="0"/>
              </a:rPr>
              <a:t>Información Defecto</a:t>
            </a:r>
          </a:p>
          <a:p>
            <a:pPr marL="457200" indent="-457200" eaLnBrk="0" hangingPunct="0">
              <a:lnSpc>
                <a:spcPct val="110000"/>
              </a:lnSpc>
              <a:spcBef>
                <a:spcPct val="20000"/>
              </a:spcBef>
              <a:buFont typeface="Monotype Sorts" pitchFamily="2" charset="2"/>
              <a:buAutoNum type="arabicPeriod"/>
              <a:defRPr/>
            </a:pPr>
            <a:r>
              <a:rPr lang="es-ES_tradnl" sz="2400" b="1" i="0" dirty="0">
                <a:effectLst>
                  <a:outerShdw blurRad="38100" dist="38100" dir="2700000" algn="tl">
                    <a:srgbClr val="C0C0C0"/>
                  </a:outerShdw>
                </a:effectLst>
                <a:latin typeface="Technical" pitchFamily="34" charset="0"/>
              </a:rPr>
              <a:t>Tutorial Simulación</a:t>
            </a:r>
          </a:p>
          <a:p>
            <a:pPr marL="457200" indent="-457200" eaLnBrk="0" hangingPunct="0">
              <a:lnSpc>
                <a:spcPct val="110000"/>
              </a:lnSpc>
              <a:spcBef>
                <a:spcPct val="20000"/>
              </a:spcBef>
              <a:buFont typeface="Monotype Sorts" pitchFamily="2" charset="2"/>
              <a:buAutoNum type="arabicPeriod"/>
              <a:tabLst>
                <a:tab pos="216000" algn="l"/>
              </a:tabLst>
              <a:defRPr/>
            </a:pPr>
            <a:r>
              <a:rPr lang="es-ES_tradnl" sz="2400" b="1" i="0" dirty="0">
                <a:effectLst>
                  <a:outerShdw blurRad="38100" dist="38100" dir="2700000" algn="tl">
                    <a:srgbClr val="C0C0C0"/>
                  </a:outerShdw>
                </a:effectLst>
                <a:latin typeface="Technical" pitchFamily="34" charset="0"/>
              </a:rPr>
              <a:t>Practica</a:t>
            </a:r>
          </a:p>
          <a:p>
            <a:pPr marL="457200" indent="-457200" eaLnBrk="0" hangingPunct="0">
              <a:lnSpc>
                <a:spcPct val="110000"/>
              </a:lnSpc>
              <a:spcBef>
                <a:spcPct val="20000"/>
              </a:spcBef>
              <a:buFont typeface="Monotype Sorts" pitchFamily="2" charset="2"/>
              <a:buAutoNum type="arabicPeriod"/>
              <a:tabLst>
                <a:tab pos="216000" algn="l"/>
              </a:tabLst>
              <a:defRPr/>
            </a:pPr>
            <a:r>
              <a:rPr lang="es-ES_tradnl" sz="2400" b="1" i="0" dirty="0">
                <a:effectLst>
                  <a:outerShdw blurRad="38100" dist="38100" dir="2700000" algn="tl">
                    <a:srgbClr val="C0C0C0"/>
                  </a:outerShdw>
                </a:effectLst>
                <a:latin typeface="Technical" pitchFamily="34" charset="0"/>
              </a:rPr>
              <a:t>Simulación</a:t>
            </a:r>
          </a:p>
          <a:p>
            <a:pPr marL="457200" indent="-457200" eaLnBrk="0" hangingPunct="0">
              <a:lnSpc>
                <a:spcPct val="110000"/>
              </a:lnSpc>
              <a:spcBef>
                <a:spcPct val="20000"/>
              </a:spcBef>
              <a:buFont typeface="Monotype Sorts" pitchFamily="2" charset="2"/>
              <a:buAutoNum type="arabicPeriod"/>
              <a:tabLst>
                <a:tab pos="216000" algn="l"/>
              </a:tabLst>
              <a:defRPr/>
            </a:pPr>
            <a:r>
              <a:rPr lang="es-ES_tradnl" sz="2400" b="1" i="0" dirty="0">
                <a:effectLst>
                  <a:outerShdw blurRad="38100" dist="38100" dir="2700000" algn="tl">
                    <a:srgbClr val="C0C0C0"/>
                  </a:outerShdw>
                </a:effectLst>
                <a:latin typeface="Technical" pitchFamily="34" charset="0"/>
              </a:rPr>
              <a:t>Reporte Final</a:t>
            </a:r>
          </a:p>
          <a:p>
            <a:pPr marL="457200" indent="-457200" eaLnBrk="0" hangingPunct="0">
              <a:lnSpc>
                <a:spcPct val="110000"/>
              </a:lnSpc>
              <a:spcBef>
                <a:spcPct val="20000"/>
              </a:spcBef>
              <a:buFont typeface="Monotype Sorts" pitchFamily="2" charset="2"/>
              <a:buAutoNum type="arabicPeriod"/>
              <a:tabLst>
                <a:tab pos="216000" algn="l"/>
              </a:tabLst>
              <a:defRPr/>
            </a:pPr>
            <a:endParaRPr lang="es-ES_tradnl" sz="2400" b="1" i="0" dirty="0">
              <a:effectLst>
                <a:outerShdw blurRad="38100" dist="38100" dir="2700000" algn="tl">
                  <a:srgbClr val="C0C0C0"/>
                </a:outerShdw>
              </a:effectLst>
              <a:latin typeface="Technical" pitchFamily="34" charset="0"/>
            </a:endParaRPr>
          </a:p>
          <a:p>
            <a:pPr marL="457200" indent="-457200" eaLnBrk="0" hangingPunct="0">
              <a:lnSpc>
                <a:spcPct val="110000"/>
              </a:lnSpc>
              <a:spcBef>
                <a:spcPct val="20000"/>
              </a:spcBef>
              <a:buFont typeface="Monotype Sorts" pitchFamily="2" charset="2"/>
              <a:buAutoNum type="arabicPeriod"/>
              <a:tabLst>
                <a:tab pos="216000" algn="l"/>
              </a:tabLst>
              <a:defRPr/>
            </a:pPr>
            <a:endParaRPr lang="es-ES_tradnl" sz="2400" b="1" i="0" dirty="0">
              <a:effectLst>
                <a:outerShdw blurRad="38100" dist="38100" dir="2700000" algn="tl">
                  <a:srgbClr val="C0C0C0"/>
                </a:outerShdw>
              </a:effectLst>
              <a:latin typeface="Technical" pitchFamily="3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3"/>
            <a:ext cx="5562600" cy="381000"/>
          </a:xfrm>
          <a:prstGeom prst="rect">
            <a:avLst/>
          </a:prstGeom>
          <a:noFill/>
          <a:ln w="9525">
            <a:noFill/>
            <a:miter lim="800000"/>
            <a:headEnd/>
            <a:tailEnd/>
          </a:ln>
          <a:effectLst/>
        </p:spPr>
        <p:txBody>
          <a:bodyPr anchor="ctr"/>
          <a:lstStyle/>
          <a:p>
            <a:pPr marL="457200" indent="-457200" algn="ctr" eaLnBrk="0" hangingPunct="0">
              <a:buAutoNum type="arabicPeriod" startAt="3"/>
              <a:defRPr/>
            </a:pPr>
            <a:r>
              <a:rPr lang="es-ES_tradnl" sz="2400" b="1" dirty="0">
                <a:solidFill>
                  <a:schemeClr val="tx2"/>
                </a:solidFill>
                <a:effectLst>
                  <a:outerShdw blurRad="38100" dist="38100" dir="2700000" algn="tl">
                    <a:srgbClr val="C0C0C0"/>
                  </a:outerShdw>
                </a:effectLst>
                <a:latin typeface="Technical" pitchFamily="34" charset="0"/>
              </a:rPr>
              <a:t>Configuración.</a:t>
            </a:r>
          </a:p>
        </p:txBody>
      </p:sp>
      <p:sp>
        <p:nvSpPr>
          <p:cNvPr id="5" name="6 CuadroTexto"/>
          <p:cNvSpPr txBox="1"/>
          <p:nvPr/>
        </p:nvSpPr>
        <p:spPr>
          <a:xfrm>
            <a:off x="593685" y="2591780"/>
            <a:ext cx="5670630" cy="4475071"/>
          </a:xfrm>
          <a:prstGeom prst="rect">
            <a:avLst/>
          </a:prstGeom>
          <a:noFill/>
        </p:spPr>
        <p:txBody>
          <a:bodyPr wrap="square" rtlCol="0">
            <a:spAutoFit/>
          </a:bodyPr>
          <a:lstStyle/>
          <a:p>
            <a:pPr eaLnBrk="0" hangingPunct="0">
              <a:lnSpc>
                <a:spcPct val="110000"/>
              </a:lnSpc>
              <a:spcBef>
                <a:spcPct val="20000"/>
              </a:spcBef>
              <a:defRPr/>
            </a:pPr>
            <a:r>
              <a:rPr lang="es-MX" i="0" dirty="0">
                <a:effectLst>
                  <a:outerShdw blurRad="38100" dist="38100" dir="2700000" algn="tl">
                    <a:srgbClr val="C0C0C0"/>
                  </a:outerShdw>
                </a:effectLst>
                <a:latin typeface="Technical" pitchFamily="34" charset="0"/>
              </a:rPr>
              <a:t>En este Menú se manejara la configuración del numero de cajas que se imprimirán por defecto .</a:t>
            </a:r>
          </a:p>
          <a:p>
            <a:pPr eaLnBrk="0" hangingPunct="0">
              <a:lnSpc>
                <a:spcPct val="110000"/>
              </a:lnSpc>
              <a:spcBef>
                <a:spcPct val="20000"/>
              </a:spcBef>
              <a:defRPr/>
            </a:pPr>
            <a:endParaRPr lang="es-MX"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r>
              <a:rPr lang="es-MX" i="0" dirty="0">
                <a:effectLst>
                  <a:outerShdw blurRad="38100" dist="38100" dir="2700000" algn="tl">
                    <a:srgbClr val="C0C0C0"/>
                  </a:outerShdw>
                </a:effectLst>
                <a:latin typeface="Technical" pitchFamily="34" charset="0"/>
              </a:rPr>
              <a:t>Cosas por configurar</a:t>
            </a:r>
          </a:p>
          <a:p>
            <a:pPr marL="457200" indent="-457200" eaLnBrk="0" hangingPunct="0">
              <a:lnSpc>
                <a:spcPct val="110000"/>
              </a:lnSpc>
              <a:spcBef>
                <a:spcPct val="20000"/>
              </a:spcBef>
              <a:buFont typeface="Wingdings" panose="05000000000000000000" pitchFamily="2" charset="2"/>
              <a:buChar char="v"/>
              <a:defRPr/>
            </a:pPr>
            <a:r>
              <a:rPr lang="es-MX" b="1" i="0" dirty="0">
                <a:effectLst>
                  <a:outerShdw blurRad="38100" dist="38100" dir="2700000" algn="tl">
                    <a:srgbClr val="C0C0C0"/>
                  </a:outerShdw>
                </a:effectLst>
                <a:latin typeface="Technical" pitchFamily="34" charset="0"/>
              </a:rPr>
              <a:t>Numero de cajas</a:t>
            </a:r>
          </a:p>
          <a:p>
            <a:pPr marL="457200" indent="-457200" eaLnBrk="0" hangingPunct="0">
              <a:lnSpc>
                <a:spcPct val="110000"/>
              </a:lnSpc>
              <a:spcBef>
                <a:spcPct val="20000"/>
              </a:spcBef>
              <a:buFont typeface="Wingdings" panose="05000000000000000000" pitchFamily="2" charset="2"/>
              <a:buChar char="v"/>
              <a:defRPr/>
            </a:pPr>
            <a:r>
              <a:rPr lang="es-MX" b="1" i="0" dirty="0">
                <a:effectLst>
                  <a:outerShdw blurRad="38100" dist="38100" dir="2700000" algn="tl">
                    <a:srgbClr val="C0C0C0"/>
                  </a:outerShdw>
                </a:effectLst>
                <a:latin typeface="Technical" pitchFamily="34" charset="0"/>
              </a:rPr>
              <a:t>Defectos que se imprimirán</a:t>
            </a:r>
          </a:p>
          <a:p>
            <a:pPr marL="457200" indent="-457200" eaLnBrk="0" hangingPunct="0">
              <a:lnSpc>
                <a:spcPct val="110000"/>
              </a:lnSpc>
              <a:spcBef>
                <a:spcPct val="20000"/>
              </a:spcBef>
              <a:buFont typeface="Wingdings" panose="05000000000000000000" pitchFamily="2" charset="2"/>
              <a:buChar char="v"/>
              <a:defRPr/>
            </a:pPr>
            <a:r>
              <a:rPr lang="es-MX" b="1" i="0" dirty="0">
                <a:effectLst>
                  <a:outerShdw blurRad="38100" dist="38100" dir="2700000" algn="tl">
                    <a:srgbClr val="C0C0C0"/>
                  </a:outerShdw>
                </a:effectLst>
                <a:latin typeface="Technical" pitchFamily="34" charset="0"/>
              </a:rPr>
              <a:t>Cajas sin defecto que se imprimirán</a:t>
            </a:r>
          </a:p>
          <a:p>
            <a:pPr marL="457200" indent="-457200" eaLnBrk="0" hangingPunct="0">
              <a:lnSpc>
                <a:spcPct val="110000"/>
              </a:lnSpc>
              <a:spcBef>
                <a:spcPct val="20000"/>
              </a:spcBef>
              <a:buFont typeface="Wingdings" panose="05000000000000000000" pitchFamily="2" charset="2"/>
              <a:buChar char="v"/>
              <a:defRPr/>
            </a:pPr>
            <a:r>
              <a:rPr lang="es-MX" b="1" i="0" dirty="0">
                <a:effectLst>
                  <a:outerShdw blurRad="38100" dist="38100" dir="2700000" algn="tl">
                    <a:srgbClr val="C0C0C0"/>
                  </a:outerShdw>
                </a:effectLst>
                <a:latin typeface="Technical" pitchFamily="34" charset="0"/>
              </a:rPr>
              <a:t>Dificultad de detección de los defectos</a:t>
            </a: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endParaRPr lang="es-MX" sz="2400" i="0" dirty="0">
              <a:effectLst>
                <a:outerShdw blurRad="38100" dist="38100" dir="2700000" algn="tl">
                  <a:srgbClr val="C0C0C0"/>
                </a:outerShdw>
              </a:effectLst>
              <a:latin typeface="Technical" pitchFamily="34" charset="0"/>
            </a:endParaRPr>
          </a:p>
        </p:txBody>
      </p:sp>
      <p:pic>
        <p:nvPicPr>
          <p:cNvPr id="2" name="Imagen 1"/>
          <p:cNvPicPr>
            <a:picLocks noChangeAspect="1"/>
          </p:cNvPicPr>
          <p:nvPr/>
        </p:nvPicPr>
        <p:blipFill>
          <a:blip r:embed="rId3"/>
          <a:stretch>
            <a:fillRect/>
          </a:stretch>
        </p:blipFill>
        <p:spPr>
          <a:xfrm>
            <a:off x="1583795" y="5922150"/>
            <a:ext cx="3330370" cy="2738876"/>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3"/>
            <a:ext cx="5562600" cy="381000"/>
          </a:xfrm>
          <a:prstGeom prst="rect">
            <a:avLst/>
          </a:prstGeom>
          <a:noFill/>
          <a:ln w="9525">
            <a:noFill/>
            <a:miter lim="800000"/>
            <a:headEnd/>
            <a:tailEnd/>
          </a:ln>
          <a:effectLst/>
        </p:spPr>
        <p:txBody>
          <a:bodyPr anchor="ctr"/>
          <a:lstStyle/>
          <a:p>
            <a:pPr marL="457200" indent="-457200" algn="ctr" eaLnBrk="0" hangingPunct="0">
              <a:buAutoNum type="arabicPeriod" startAt="3"/>
              <a:defRPr/>
            </a:pPr>
            <a:r>
              <a:rPr lang="es-ES_tradnl" sz="2400" b="1" dirty="0">
                <a:solidFill>
                  <a:schemeClr val="tx2"/>
                </a:solidFill>
                <a:effectLst>
                  <a:outerShdw blurRad="38100" dist="38100" dir="2700000" algn="tl">
                    <a:srgbClr val="C0C0C0"/>
                  </a:outerShdw>
                </a:effectLst>
                <a:latin typeface="Technical" pitchFamily="34" charset="0"/>
              </a:rPr>
              <a:t>Configuración.</a:t>
            </a:r>
          </a:p>
        </p:txBody>
      </p:sp>
      <p:sp>
        <p:nvSpPr>
          <p:cNvPr id="5" name="6 CuadroTexto"/>
          <p:cNvSpPr txBox="1"/>
          <p:nvPr/>
        </p:nvSpPr>
        <p:spPr>
          <a:xfrm>
            <a:off x="593685" y="2591780"/>
            <a:ext cx="5670630" cy="3520964"/>
          </a:xfrm>
          <a:prstGeom prst="rect">
            <a:avLst/>
          </a:prstGeom>
          <a:noFill/>
        </p:spPr>
        <p:txBody>
          <a:bodyPr wrap="square" rtlCol="0">
            <a:spAutoFit/>
          </a:bodyPr>
          <a:lstStyle/>
          <a:p>
            <a:pPr eaLnBrk="0" hangingPunct="0">
              <a:lnSpc>
                <a:spcPct val="110000"/>
              </a:lnSpc>
              <a:spcBef>
                <a:spcPct val="20000"/>
              </a:spcBef>
              <a:defRPr/>
            </a:pPr>
            <a:r>
              <a:rPr lang="es-MX" sz="1400" i="0" dirty="0">
                <a:effectLst>
                  <a:outerShdw blurRad="38100" dist="38100" dir="2700000" algn="tl">
                    <a:srgbClr val="C0C0C0"/>
                  </a:outerShdw>
                </a:effectLst>
                <a:latin typeface="Technical" pitchFamily="34" charset="0"/>
              </a:rPr>
              <a:t>Control</a:t>
            </a:r>
          </a:p>
          <a:p>
            <a:pPr marL="457200" indent="-457200" eaLnBrk="0" hangingPunct="0">
              <a:lnSpc>
                <a:spcPct val="110000"/>
              </a:lnSpc>
              <a:spcBef>
                <a:spcPct val="20000"/>
              </a:spcBef>
              <a:buFont typeface="Wingdings" panose="05000000000000000000" pitchFamily="2" charset="2"/>
              <a:buChar char="v"/>
              <a:defRPr/>
            </a:pPr>
            <a:r>
              <a:rPr lang="es-MX" sz="1400" b="1" i="0" dirty="0">
                <a:effectLst>
                  <a:outerShdw blurRad="38100" dist="38100" dir="2700000" algn="tl">
                    <a:srgbClr val="C0C0C0"/>
                  </a:outerShdw>
                </a:effectLst>
                <a:latin typeface="Technical" pitchFamily="34" charset="0"/>
              </a:rPr>
              <a:t>Con w y s te mueves de abajo hacia arriba para seleccionar que tipo de error quieres configurar</a:t>
            </a:r>
          </a:p>
          <a:p>
            <a:pPr marL="457200" indent="-457200" eaLnBrk="0" hangingPunct="0">
              <a:lnSpc>
                <a:spcPct val="110000"/>
              </a:lnSpc>
              <a:spcBef>
                <a:spcPct val="20000"/>
              </a:spcBef>
              <a:buFont typeface="Wingdings" panose="05000000000000000000" pitchFamily="2" charset="2"/>
              <a:buChar char="v"/>
              <a:defRPr/>
            </a:pPr>
            <a:r>
              <a:rPr lang="es-MX" sz="1400" b="1" i="0" dirty="0">
                <a:effectLst>
                  <a:outerShdw blurRad="38100" dist="38100" dir="2700000" algn="tl">
                    <a:srgbClr val="C0C0C0"/>
                  </a:outerShdw>
                </a:effectLst>
                <a:latin typeface="Technical" pitchFamily="34" charset="0"/>
              </a:rPr>
              <a:t>Con las flechas izquierda y derecha alteras el valor el valor de las cajas ya que se tiene el limite de 60 defectos que se imprimirán durante la prueba.</a:t>
            </a: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marL="457200" indent="-457200" eaLnBrk="0" hangingPunct="0">
              <a:lnSpc>
                <a:spcPct val="110000"/>
              </a:lnSpc>
              <a:spcBef>
                <a:spcPct val="20000"/>
              </a:spcBef>
              <a:buFont typeface="Wingdings" panose="05000000000000000000" pitchFamily="2" charset="2"/>
              <a:buChar char="v"/>
              <a:defRPr/>
            </a:pPr>
            <a:endParaRPr lang="es-MX" sz="2400" b="1"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endParaRPr lang="es-MX" sz="2400" i="0" dirty="0">
              <a:effectLst>
                <a:outerShdw blurRad="38100" dist="38100" dir="2700000" algn="tl">
                  <a:srgbClr val="C0C0C0"/>
                </a:outerShdw>
              </a:effectLst>
              <a:latin typeface="Technical" pitchFamily="34" charset="0"/>
            </a:endParaRPr>
          </a:p>
        </p:txBody>
      </p:sp>
      <p:pic>
        <p:nvPicPr>
          <p:cNvPr id="2" name="Imagen 1"/>
          <p:cNvPicPr>
            <a:picLocks noChangeAspect="1"/>
          </p:cNvPicPr>
          <p:nvPr/>
        </p:nvPicPr>
        <p:blipFill>
          <a:blip r:embed="rId3"/>
          <a:stretch>
            <a:fillRect/>
          </a:stretch>
        </p:blipFill>
        <p:spPr>
          <a:xfrm>
            <a:off x="818710" y="4256965"/>
            <a:ext cx="5220831" cy="4293579"/>
          </a:xfrm>
          <a:prstGeom prst="rect">
            <a:avLst/>
          </a:prstGeom>
        </p:spPr>
      </p:pic>
    </p:spTree>
    <p:extLst>
      <p:ext uri="{BB962C8B-B14F-4D97-AF65-F5344CB8AC3E}">
        <p14:creationId xmlns:p14="http://schemas.microsoft.com/office/powerpoint/2010/main" val="400731276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2"/>
            <a:ext cx="5562600" cy="687257"/>
          </a:xfrm>
          <a:prstGeom prst="rect">
            <a:avLst/>
          </a:prstGeom>
          <a:noFill/>
          <a:ln w="9525">
            <a:noFill/>
            <a:miter lim="800000"/>
            <a:headEnd/>
            <a:tailEnd/>
          </a:ln>
          <a:effectLst/>
        </p:spPr>
        <p:txBody>
          <a:bodyPr anchor="ctr"/>
          <a:lstStyle/>
          <a:p>
            <a:pPr marL="457200" indent="-457200" algn="ctr" eaLnBrk="0" hangingPunct="0">
              <a:buAutoNum type="arabicPeriod" startAt="4"/>
              <a:defRPr/>
            </a:pPr>
            <a:r>
              <a:rPr lang="es-ES_tradnl" sz="2400" b="1" dirty="0">
                <a:solidFill>
                  <a:schemeClr val="tx2"/>
                </a:solidFill>
                <a:effectLst>
                  <a:outerShdw blurRad="38100" dist="38100" dir="2700000" algn="tl">
                    <a:srgbClr val="C0C0C0"/>
                  </a:outerShdw>
                </a:effectLst>
                <a:latin typeface="Technical" pitchFamily="34" charset="0"/>
              </a:rPr>
              <a:t>Datos Usuario.</a:t>
            </a:r>
          </a:p>
        </p:txBody>
      </p:sp>
      <p:sp>
        <p:nvSpPr>
          <p:cNvPr id="6" name="6 CuadroTexto"/>
          <p:cNvSpPr txBox="1"/>
          <p:nvPr/>
        </p:nvSpPr>
        <p:spPr>
          <a:xfrm>
            <a:off x="620713" y="2411760"/>
            <a:ext cx="5670630" cy="3970318"/>
          </a:xfrm>
          <a:prstGeom prst="rect">
            <a:avLst/>
          </a:prstGeom>
          <a:noFill/>
        </p:spPr>
        <p:txBody>
          <a:bodyPr wrap="square" rtlCol="0">
            <a:spAutoFit/>
          </a:bodyPr>
          <a:lstStyle/>
          <a:p>
            <a:pPr eaLnBrk="0" hangingPunct="0">
              <a:lnSpc>
                <a:spcPct val="110000"/>
              </a:lnSpc>
              <a:spcBef>
                <a:spcPct val="20000"/>
              </a:spcBef>
              <a:defRPr/>
            </a:pPr>
            <a:r>
              <a:rPr lang="es-MX" sz="2000" i="0" dirty="0">
                <a:effectLst>
                  <a:outerShdw blurRad="38100" dist="38100" dir="2700000" algn="tl">
                    <a:srgbClr val="C0C0C0"/>
                  </a:outerShdw>
                </a:effectLst>
                <a:latin typeface="Technical" pitchFamily="34" charset="0"/>
              </a:rPr>
              <a:t>Agregas los datos del usuario que utilizara Y escoges que simulación se va a usar al agregar un dato presionar enter para confirmar.</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Nombre</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Apellido</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Numero</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Puesto</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Planta</a:t>
            </a:r>
          </a:p>
          <a:p>
            <a:pPr marL="457200" indent="-457200" eaLnBrk="0" hangingPunct="0">
              <a:lnSpc>
                <a:spcPct val="110000"/>
              </a:lnSpc>
              <a:spcBef>
                <a:spcPct val="20000"/>
              </a:spcBef>
              <a:buFont typeface="Wingdings" panose="05000000000000000000" pitchFamily="2" charset="2"/>
              <a:buChar char="v"/>
              <a:defRPr/>
            </a:pPr>
            <a:r>
              <a:rPr lang="es-MX" sz="2000" b="1" i="0" dirty="0">
                <a:effectLst>
                  <a:outerShdw blurRad="38100" dist="38100" dir="2700000" algn="tl">
                    <a:srgbClr val="C0C0C0"/>
                  </a:outerShdw>
                </a:effectLst>
                <a:latin typeface="Technical" pitchFamily="34" charset="0"/>
              </a:rPr>
              <a:t>Test</a:t>
            </a: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p:txBody>
      </p:sp>
      <p:pic>
        <p:nvPicPr>
          <p:cNvPr id="2" name="Imagen 1"/>
          <p:cNvPicPr>
            <a:picLocks noChangeAspect="1"/>
          </p:cNvPicPr>
          <p:nvPr/>
        </p:nvPicPr>
        <p:blipFill>
          <a:blip r:embed="rId3"/>
          <a:stretch>
            <a:fillRect/>
          </a:stretch>
        </p:blipFill>
        <p:spPr>
          <a:xfrm>
            <a:off x="2078850" y="5967155"/>
            <a:ext cx="3327788" cy="2736314"/>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2"/>
            <a:ext cx="5562600" cy="687257"/>
          </a:xfrm>
          <a:prstGeom prst="rect">
            <a:avLst/>
          </a:prstGeom>
          <a:noFill/>
          <a:ln w="9525">
            <a:noFill/>
            <a:miter lim="800000"/>
            <a:headEnd/>
            <a:tailEnd/>
          </a:ln>
          <a:effectLst/>
        </p:spPr>
        <p:txBody>
          <a:bodyPr anchor="ctr"/>
          <a:lstStyle/>
          <a:p>
            <a:pPr algn="ctr" eaLnBrk="0" hangingPunct="0">
              <a:defRPr/>
            </a:pPr>
            <a:r>
              <a:rPr lang="es-ES_tradnl" sz="2400" b="1" dirty="0">
                <a:solidFill>
                  <a:schemeClr val="tx2"/>
                </a:solidFill>
                <a:effectLst>
                  <a:outerShdw blurRad="38100" dist="38100" dir="2700000" algn="tl">
                    <a:srgbClr val="C0C0C0"/>
                  </a:outerShdw>
                </a:effectLst>
                <a:latin typeface="Technical" pitchFamily="34" charset="0"/>
              </a:rPr>
              <a:t>5.   Información del Defecto.</a:t>
            </a:r>
          </a:p>
        </p:txBody>
      </p:sp>
      <p:sp>
        <p:nvSpPr>
          <p:cNvPr id="6" name="6 CuadroTexto"/>
          <p:cNvSpPr txBox="1"/>
          <p:nvPr/>
        </p:nvSpPr>
        <p:spPr>
          <a:xfrm>
            <a:off x="620713" y="2411760"/>
            <a:ext cx="5670630" cy="2585323"/>
          </a:xfrm>
          <a:prstGeom prst="rect">
            <a:avLst/>
          </a:prstGeom>
          <a:noFill/>
        </p:spPr>
        <p:txBody>
          <a:bodyPr wrap="square" rtlCol="0">
            <a:spAutoFit/>
          </a:bodyPr>
          <a:lstStyle/>
          <a:p>
            <a:pPr eaLnBrk="0" hangingPunct="0">
              <a:lnSpc>
                <a:spcPct val="110000"/>
              </a:lnSpc>
              <a:spcBef>
                <a:spcPct val="20000"/>
              </a:spcBef>
              <a:defRPr/>
            </a:pPr>
            <a:r>
              <a:rPr lang="es-MX" sz="2000" i="0" dirty="0">
                <a:effectLst>
                  <a:outerShdw blurRad="38100" dist="38100" dir="2700000" algn="tl">
                    <a:srgbClr val="C0C0C0"/>
                  </a:outerShdw>
                </a:effectLst>
                <a:latin typeface="Technical" pitchFamily="34" charset="0"/>
              </a:rPr>
              <a:t>Se le presentara al Usuario los defectos con ayudas visuales y audios que indican en que parte del proceso afecta dejar pasar el error durante este proceso solo necesitas esperar a que el usuario termine de ver las ayudas.</a:t>
            </a: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p:txBody>
      </p:sp>
      <p:pic>
        <p:nvPicPr>
          <p:cNvPr id="7" name="Imagen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851" y="4298358"/>
            <a:ext cx="6300323" cy="3397816"/>
          </a:xfrm>
          <a:prstGeom prst="rect">
            <a:avLst/>
          </a:prstGeom>
        </p:spPr>
      </p:pic>
    </p:spTree>
    <p:extLst>
      <p:ext uri="{BB962C8B-B14F-4D97-AF65-F5344CB8AC3E}">
        <p14:creationId xmlns:p14="http://schemas.microsoft.com/office/powerpoint/2010/main" val="13225930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7174"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593850"/>
            <a:ext cx="5562600" cy="666750"/>
          </a:xfrm>
          <a:prstGeom prst="rect">
            <a:avLst/>
          </a:prstGeom>
          <a:noFill/>
          <a:ln w="9525">
            <a:noFill/>
            <a:miter lim="800000"/>
            <a:headEnd/>
            <a:tailEnd/>
          </a:ln>
          <a:effectLst/>
        </p:spPr>
        <p:txBody>
          <a:bodyPr anchor="ctr"/>
          <a:lstStyle/>
          <a:p>
            <a:pPr marL="514350" indent="-514350" algn="ctr" eaLnBrk="0" hangingPunct="0">
              <a:defRPr/>
            </a:pPr>
            <a:endParaRPr lang="es-ES_tradnl" sz="2400" b="1" i="0" dirty="0">
              <a:solidFill>
                <a:schemeClr val="tx2"/>
              </a:solidFill>
              <a:effectLst>
                <a:outerShdw blurRad="38100" dist="38100" dir="2700000" algn="tl">
                  <a:srgbClr val="C0C0C0"/>
                </a:outerShdw>
              </a:effectLst>
              <a:latin typeface="Technical" pitchFamily="34" charset="0"/>
            </a:endParaRPr>
          </a:p>
          <a:p>
            <a:pPr marL="514350" indent="-514350" algn="ctr" eaLnBrk="0" hangingPunct="0">
              <a:defRPr/>
            </a:pPr>
            <a:r>
              <a:rPr lang="es-ES_tradnl" sz="2400" b="1" i="0" dirty="0">
                <a:solidFill>
                  <a:schemeClr val="tx2"/>
                </a:solidFill>
                <a:effectLst>
                  <a:outerShdw blurRad="38100" dist="38100" dir="2700000" algn="tl">
                    <a:srgbClr val="C0C0C0"/>
                  </a:outerShdw>
                </a:effectLst>
                <a:latin typeface="Technical" pitchFamily="34" charset="0"/>
              </a:rPr>
              <a:t>6. Tutorial</a:t>
            </a:r>
          </a:p>
          <a:p>
            <a:pPr marL="514350" indent="-514350" algn="ctr" eaLnBrk="0" hangingPunct="0">
              <a:defRPr/>
            </a:pPr>
            <a:endParaRPr lang="es-ES_tradnl" sz="2400" b="1" i="0" dirty="0">
              <a:solidFill>
                <a:schemeClr val="tx2"/>
              </a:solidFill>
              <a:effectLst>
                <a:outerShdw blurRad="38100" dist="38100" dir="2700000" algn="tl">
                  <a:srgbClr val="C0C0C0"/>
                </a:outerShdw>
              </a:effectLst>
              <a:latin typeface="Technical" pitchFamily="34" charset="0"/>
            </a:endParaRPr>
          </a:p>
        </p:txBody>
      </p:sp>
      <p:sp>
        <p:nvSpPr>
          <p:cNvPr id="5" name="11 CuadroTexto"/>
          <p:cNvSpPr txBox="1"/>
          <p:nvPr/>
        </p:nvSpPr>
        <p:spPr>
          <a:xfrm>
            <a:off x="2212089" y="2394137"/>
            <a:ext cx="4187241" cy="830997"/>
          </a:xfrm>
          <a:prstGeom prst="rect">
            <a:avLst/>
          </a:prstGeom>
          <a:noFill/>
        </p:spPr>
        <p:txBody>
          <a:bodyPr wrap="square" rtlCol="0">
            <a:spAutoFit/>
          </a:bodyPr>
          <a:lstStyle/>
          <a:p>
            <a:pPr algn="just"/>
            <a:r>
              <a:rPr lang="es-MX" dirty="0"/>
              <a:t>1.- Con audio se indicara que el usuario presione cualquier botón, al hacerlo se imprimirá la primer caja.</a:t>
            </a:r>
          </a:p>
        </p:txBody>
      </p:sp>
      <p:sp>
        <p:nvSpPr>
          <p:cNvPr id="8" name="11 CuadroTexto"/>
          <p:cNvSpPr txBox="1"/>
          <p:nvPr/>
        </p:nvSpPr>
        <p:spPr>
          <a:xfrm>
            <a:off x="2286000" y="4329352"/>
            <a:ext cx="4215479" cy="830997"/>
          </a:xfrm>
          <a:prstGeom prst="rect">
            <a:avLst/>
          </a:prstGeom>
          <a:noFill/>
        </p:spPr>
        <p:txBody>
          <a:bodyPr wrap="square" rtlCol="0">
            <a:spAutoFit/>
          </a:bodyPr>
          <a:lstStyle/>
          <a:p>
            <a:pPr algn="just"/>
            <a:r>
              <a:rPr lang="es-MX" dirty="0"/>
              <a:t>2.- El programa con audio </a:t>
            </a:r>
            <a:r>
              <a:rPr lang="es-MX" dirty="0" err="1"/>
              <a:t>dara</a:t>
            </a:r>
            <a:r>
              <a:rPr lang="es-MX" dirty="0"/>
              <a:t> la instrucción de agarrar la caja presionando un botón del control .</a:t>
            </a:r>
          </a:p>
        </p:txBody>
      </p:sp>
      <p:sp>
        <p:nvSpPr>
          <p:cNvPr id="4" name="Elipse 3"/>
          <p:cNvSpPr/>
          <p:nvPr/>
        </p:nvSpPr>
        <p:spPr bwMode="auto">
          <a:xfrm>
            <a:off x="1988840" y="2636785"/>
            <a:ext cx="297160" cy="450050"/>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Tx/>
              <a:buSzTx/>
              <a:buFont typeface="Monotype Sorts" pitchFamily="2" charset="2"/>
              <a:buChar char="v"/>
              <a:tabLst/>
            </a:pPr>
            <a:endParaRPr kumimoji="0" lang="es-ES" sz="1600" b="0" i="1" u="none" strike="noStrike" cap="none" normalizeH="0" baseline="0" dirty="0">
              <a:ln>
                <a:noFill/>
              </a:ln>
              <a:solidFill>
                <a:schemeClr val="tx1"/>
              </a:solidFill>
              <a:effectLst/>
              <a:latin typeface="Arial" charset="0"/>
            </a:endParaRPr>
          </a:p>
        </p:txBody>
      </p:sp>
      <p:sp>
        <p:nvSpPr>
          <p:cNvPr id="6" name="Elipse 5"/>
          <p:cNvSpPr/>
          <p:nvPr/>
        </p:nvSpPr>
        <p:spPr bwMode="auto">
          <a:xfrm>
            <a:off x="187996" y="1920614"/>
            <a:ext cx="360000" cy="360000"/>
          </a:xfrm>
          <a:prstGeom prst="ellipse">
            <a:avLst/>
          </a:prstGeom>
          <a:ln w="635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Tx/>
              <a:buSzTx/>
              <a:tabLst/>
            </a:pPr>
            <a:r>
              <a:rPr kumimoji="0" lang="es-ES" sz="1000" b="1" i="1" u="none" strike="noStrike" cap="none" normalizeH="0" baseline="0" dirty="0">
                <a:ln>
                  <a:noFill/>
                </a:ln>
                <a:solidFill>
                  <a:schemeClr val="tx1"/>
                </a:solidFill>
                <a:effectLst/>
                <a:latin typeface="Arial" charset="0"/>
              </a:rPr>
              <a:t>1</a:t>
            </a:r>
          </a:p>
        </p:txBody>
      </p:sp>
      <p:sp>
        <p:nvSpPr>
          <p:cNvPr id="27" name="11 CuadroTexto"/>
          <p:cNvSpPr txBox="1"/>
          <p:nvPr/>
        </p:nvSpPr>
        <p:spPr>
          <a:xfrm>
            <a:off x="2286000" y="6762892"/>
            <a:ext cx="4251403" cy="1569660"/>
          </a:xfrm>
          <a:prstGeom prst="rect">
            <a:avLst/>
          </a:prstGeom>
          <a:noFill/>
        </p:spPr>
        <p:txBody>
          <a:bodyPr wrap="square" rtlCol="0">
            <a:spAutoFit/>
          </a:bodyPr>
          <a:lstStyle/>
          <a:p>
            <a:r>
              <a:rPr lang="es-MX" dirty="0"/>
              <a:t>3.- Después de tener la batería en mano se indicara que se debe colocar en el contenedor verde si es la pieza es conforme o el rojo si es inconforme después de esto se le dejara al usuario practicar hasta que se sienta listo para la prueba real.</a:t>
            </a:r>
          </a:p>
        </p:txBody>
      </p:sp>
      <p:sp>
        <p:nvSpPr>
          <p:cNvPr id="19" name="Elipse 5"/>
          <p:cNvSpPr/>
          <p:nvPr/>
        </p:nvSpPr>
        <p:spPr bwMode="auto">
          <a:xfrm>
            <a:off x="77820" y="4290992"/>
            <a:ext cx="360000" cy="360000"/>
          </a:xfrm>
          <a:prstGeom prst="ellipse">
            <a:avLst/>
          </a:prstGeom>
          <a:ln w="635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Tx/>
              <a:buSzTx/>
              <a:tabLst/>
            </a:pPr>
            <a:r>
              <a:rPr lang="es-ES" sz="1000" b="1" dirty="0">
                <a:solidFill>
                  <a:schemeClr val="tx1"/>
                </a:solidFill>
                <a:latin typeface="Arial" charset="0"/>
              </a:rPr>
              <a:t>2</a:t>
            </a:r>
            <a:endParaRPr kumimoji="0" lang="es-ES" sz="1000" b="1" i="1" u="none" strike="noStrike" cap="none" normalizeH="0" baseline="0" dirty="0">
              <a:ln>
                <a:noFill/>
              </a:ln>
              <a:solidFill>
                <a:schemeClr val="tx1"/>
              </a:solidFill>
              <a:effectLst/>
              <a:latin typeface="Arial" charset="0"/>
            </a:endParaRPr>
          </a:p>
        </p:txBody>
      </p:sp>
      <p:sp>
        <p:nvSpPr>
          <p:cNvPr id="20" name="Elipse 5"/>
          <p:cNvSpPr/>
          <p:nvPr/>
        </p:nvSpPr>
        <p:spPr bwMode="auto">
          <a:xfrm>
            <a:off x="188568" y="6688608"/>
            <a:ext cx="360000" cy="360000"/>
          </a:xfrm>
          <a:prstGeom prst="ellipse">
            <a:avLst/>
          </a:prstGeom>
          <a:ln w="6350">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Tx/>
              <a:buSzTx/>
              <a:tabLst/>
            </a:pPr>
            <a:r>
              <a:rPr lang="es-ES" sz="1000" b="1" dirty="0">
                <a:solidFill>
                  <a:schemeClr val="tx1"/>
                </a:solidFill>
                <a:latin typeface="Arial" charset="0"/>
              </a:rPr>
              <a:t>3</a:t>
            </a:r>
            <a:endParaRPr kumimoji="0" lang="es-ES" sz="1000" b="1" i="1" u="none" strike="noStrike" cap="none" normalizeH="0" baseline="0" dirty="0">
              <a:ln>
                <a:noFill/>
              </a:ln>
              <a:solidFill>
                <a:schemeClr val="tx1"/>
              </a:solidFill>
              <a:effectLst/>
              <a:latin typeface="Arial" charset="0"/>
            </a:endParaRPr>
          </a:p>
        </p:txBody>
      </p:sp>
      <p:pic>
        <p:nvPicPr>
          <p:cNvPr id="2" name="Imagen 1"/>
          <p:cNvPicPr>
            <a:picLocks noChangeAspect="1"/>
          </p:cNvPicPr>
          <p:nvPr/>
        </p:nvPicPr>
        <p:blipFill>
          <a:blip r:embed="rId3"/>
          <a:stretch>
            <a:fillRect/>
          </a:stretch>
        </p:blipFill>
        <p:spPr>
          <a:xfrm>
            <a:off x="586400" y="6868608"/>
            <a:ext cx="1486278" cy="1802324"/>
          </a:xfrm>
          <a:prstGeom prst="rect">
            <a:avLst/>
          </a:prstGeom>
        </p:spPr>
      </p:pic>
      <p:pic>
        <p:nvPicPr>
          <p:cNvPr id="7" name="Imagen 6"/>
          <p:cNvPicPr>
            <a:picLocks noChangeAspect="1"/>
          </p:cNvPicPr>
          <p:nvPr/>
        </p:nvPicPr>
        <p:blipFill>
          <a:blip r:embed="rId4"/>
          <a:stretch>
            <a:fillRect/>
          </a:stretch>
        </p:blipFill>
        <p:spPr>
          <a:xfrm>
            <a:off x="257820" y="2559315"/>
            <a:ext cx="1879600" cy="1401825"/>
          </a:xfrm>
          <a:prstGeom prst="rect">
            <a:avLst/>
          </a:prstGeom>
        </p:spPr>
      </p:pic>
      <p:pic>
        <p:nvPicPr>
          <p:cNvPr id="10" name="Imagen 9"/>
          <p:cNvPicPr>
            <a:picLocks noChangeAspect="1"/>
          </p:cNvPicPr>
          <p:nvPr/>
        </p:nvPicPr>
        <p:blipFill>
          <a:blip r:embed="rId5"/>
          <a:stretch>
            <a:fillRect/>
          </a:stretch>
        </p:blipFill>
        <p:spPr>
          <a:xfrm>
            <a:off x="135798" y="4970997"/>
            <a:ext cx="2123644" cy="1205480"/>
          </a:xfrm>
          <a:prstGeom prst="rect">
            <a:avLst/>
          </a:prstGeom>
        </p:spPr>
      </p:pic>
    </p:spTree>
    <p:extLst>
      <p:ext uri="{BB962C8B-B14F-4D97-AF65-F5344CB8AC3E}">
        <p14:creationId xmlns:p14="http://schemas.microsoft.com/office/powerpoint/2010/main" val="63720526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7174"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593850"/>
            <a:ext cx="5562600" cy="666750"/>
          </a:xfrm>
          <a:prstGeom prst="rect">
            <a:avLst/>
          </a:prstGeom>
          <a:noFill/>
          <a:ln w="9525">
            <a:noFill/>
            <a:miter lim="800000"/>
            <a:headEnd/>
            <a:tailEnd/>
          </a:ln>
          <a:effectLst/>
        </p:spPr>
        <p:txBody>
          <a:bodyPr anchor="ctr"/>
          <a:lstStyle/>
          <a:p>
            <a:pPr marL="514350" indent="-514350" algn="ctr" eaLnBrk="0" hangingPunct="0">
              <a:defRPr/>
            </a:pPr>
            <a:endParaRPr lang="es-ES_tradnl" sz="2400" b="1" i="0" dirty="0">
              <a:solidFill>
                <a:schemeClr val="tx2"/>
              </a:solidFill>
              <a:effectLst>
                <a:outerShdw blurRad="38100" dist="38100" dir="2700000" algn="tl">
                  <a:srgbClr val="C0C0C0"/>
                </a:outerShdw>
              </a:effectLst>
              <a:latin typeface="Technical" pitchFamily="34" charset="0"/>
            </a:endParaRPr>
          </a:p>
          <a:p>
            <a:pPr marL="514350" indent="-514350" algn="ctr" eaLnBrk="0" hangingPunct="0">
              <a:defRPr/>
            </a:pPr>
            <a:r>
              <a:rPr lang="es-ES_tradnl" sz="2400" b="1" i="0" dirty="0">
                <a:solidFill>
                  <a:schemeClr val="tx2"/>
                </a:solidFill>
                <a:effectLst>
                  <a:outerShdw blurRad="38100" dist="38100" dir="2700000" algn="tl">
                    <a:srgbClr val="C0C0C0"/>
                  </a:outerShdw>
                </a:effectLst>
                <a:latin typeface="Technical" pitchFamily="34" charset="0"/>
              </a:rPr>
              <a:t>6. Tutorial</a:t>
            </a:r>
          </a:p>
          <a:p>
            <a:pPr marL="514350" indent="-514350" algn="ctr" eaLnBrk="0" hangingPunct="0">
              <a:defRPr/>
            </a:pPr>
            <a:endParaRPr lang="es-ES_tradnl" sz="2400" b="1" i="0" dirty="0">
              <a:solidFill>
                <a:schemeClr val="tx2"/>
              </a:solidFill>
              <a:effectLst>
                <a:outerShdw blurRad="38100" dist="38100" dir="2700000" algn="tl">
                  <a:srgbClr val="C0C0C0"/>
                </a:outerShdw>
              </a:effectLst>
              <a:latin typeface="Technical" pitchFamily="34" charset="0"/>
            </a:endParaRPr>
          </a:p>
        </p:txBody>
      </p:sp>
      <p:sp>
        <p:nvSpPr>
          <p:cNvPr id="5" name="11 CuadroTexto"/>
          <p:cNvSpPr txBox="1"/>
          <p:nvPr/>
        </p:nvSpPr>
        <p:spPr>
          <a:xfrm>
            <a:off x="60939" y="2158316"/>
            <a:ext cx="6653426" cy="830997"/>
          </a:xfrm>
          <a:prstGeom prst="rect">
            <a:avLst/>
          </a:prstGeom>
          <a:noFill/>
        </p:spPr>
        <p:txBody>
          <a:bodyPr wrap="square" rtlCol="0">
            <a:spAutoFit/>
          </a:bodyPr>
          <a:lstStyle/>
          <a:p>
            <a:pPr algn="just"/>
            <a:r>
              <a:rPr lang="es-MX" dirty="0"/>
              <a:t>1.- Durante este proceso solo necesita supervisar al usuario que siga las instrucciones correctamente y ayudarle hasta que se sienta seguro de como funciona el sistema.</a:t>
            </a:r>
          </a:p>
        </p:txBody>
      </p:sp>
      <p:sp>
        <p:nvSpPr>
          <p:cNvPr id="4" name="Elipse 3"/>
          <p:cNvSpPr/>
          <p:nvPr/>
        </p:nvSpPr>
        <p:spPr bwMode="auto">
          <a:xfrm>
            <a:off x="1988840" y="2636785"/>
            <a:ext cx="297160" cy="450050"/>
          </a:xfrm>
          <a:prstGeom prst="ellipse">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Tx/>
              <a:buSzTx/>
              <a:buFont typeface="Monotype Sorts" pitchFamily="2" charset="2"/>
              <a:buChar char="v"/>
              <a:tabLst/>
            </a:pPr>
            <a:endParaRPr kumimoji="0" lang="es-ES" sz="1600" b="0" i="1" u="none" strike="noStrike" cap="none" normalizeH="0" baseline="0" dirty="0">
              <a:ln>
                <a:noFill/>
              </a:ln>
              <a:solidFill>
                <a:schemeClr val="tx1"/>
              </a:solidFill>
              <a:effectLst/>
              <a:latin typeface="Arial" charset="0"/>
            </a:endParaRPr>
          </a:p>
        </p:txBody>
      </p:sp>
      <p:pic>
        <p:nvPicPr>
          <p:cNvPr id="10" name="Imagen 9"/>
          <p:cNvPicPr>
            <a:picLocks noChangeAspect="1"/>
          </p:cNvPicPr>
          <p:nvPr/>
        </p:nvPicPr>
        <p:blipFill>
          <a:blip r:embed="rId3"/>
          <a:stretch>
            <a:fillRect/>
          </a:stretch>
        </p:blipFill>
        <p:spPr>
          <a:xfrm>
            <a:off x="384360" y="4617005"/>
            <a:ext cx="6068828" cy="3444951"/>
          </a:xfrm>
          <a:prstGeom prst="rect">
            <a:avLst/>
          </a:prstGeom>
        </p:spPr>
      </p:pic>
      <p:sp>
        <p:nvSpPr>
          <p:cNvPr id="15" name="11 CuadroTexto"/>
          <p:cNvSpPr txBox="1"/>
          <p:nvPr/>
        </p:nvSpPr>
        <p:spPr>
          <a:xfrm>
            <a:off x="60939" y="3151692"/>
            <a:ext cx="6653426" cy="1077218"/>
          </a:xfrm>
          <a:prstGeom prst="rect">
            <a:avLst/>
          </a:prstGeom>
          <a:noFill/>
        </p:spPr>
        <p:txBody>
          <a:bodyPr wrap="square" rtlCol="0">
            <a:spAutoFit/>
          </a:bodyPr>
          <a:lstStyle/>
          <a:p>
            <a:pPr algn="just"/>
            <a:r>
              <a:rPr lang="es-MX" dirty="0"/>
              <a:t>2.- Durante este proceso solo necesita supervisar al usuario que siga las instrucciones correctamente y ayudarle hasta que se sienta seguro de como funciona el sistema al terminar presionar la tecla Y para seguir a la prueba que si se le evaluara.</a:t>
            </a:r>
          </a:p>
        </p:txBody>
      </p:sp>
    </p:spTree>
    <p:extLst>
      <p:ext uri="{BB962C8B-B14F-4D97-AF65-F5344CB8AC3E}">
        <p14:creationId xmlns:p14="http://schemas.microsoft.com/office/powerpoint/2010/main" val="4228681391"/>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2"/>
            <a:ext cx="5562600" cy="687257"/>
          </a:xfrm>
          <a:prstGeom prst="rect">
            <a:avLst/>
          </a:prstGeom>
          <a:noFill/>
          <a:ln w="9525">
            <a:noFill/>
            <a:miter lim="800000"/>
            <a:headEnd/>
            <a:tailEnd/>
          </a:ln>
          <a:effectLst/>
        </p:spPr>
        <p:txBody>
          <a:bodyPr anchor="ctr"/>
          <a:lstStyle/>
          <a:p>
            <a:pPr algn="ctr" eaLnBrk="0" hangingPunct="0">
              <a:defRPr/>
            </a:pPr>
            <a:r>
              <a:rPr lang="es-ES_tradnl" sz="2400" b="1" dirty="0">
                <a:solidFill>
                  <a:schemeClr val="tx2"/>
                </a:solidFill>
                <a:effectLst>
                  <a:outerShdw blurRad="38100" dist="38100" dir="2700000" algn="tl">
                    <a:srgbClr val="C0C0C0"/>
                  </a:outerShdw>
                </a:effectLst>
                <a:latin typeface="Technical" pitchFamily="34" charset="0"/>
              </a:rPr>
              <a:t>7.   Simulación.</a:t>
            </a:r>
          </a:p>
        </p:txBody>
      </p:sp>
      <p:sp>
        <p:nvSpPr>
          <p:cNvPr id="6" name="6 CuadroTexto"/>
          <p:cNvSpPr txBox="1"/>
          <p:nvPr/>
        </p:nvSpPr>
        <p:spPr>
          <a:xfrm>
            <a:off x="620713" y="2411760"/>
            <a:ext cx="5670630" cy="2923877"/>
          </a:xfrm>
          <a:prstGeom prst="rect">
            <a:avLst/>
          </a:prstGeom>
          <a:noFill/>
        </p:spPr>
        <p:txBody>
          <a:bodyPr wrap="square" rtlCol="0">
            <a:spAutoFit/>
          </a:bodyPr>
          <a:lstStyle/>
          <a:p>
            <a:pPr eaLnBrk="0" hangingPunct="0">
              <a:lnSpc>
                <a:spcPct val="110000"/>
              </a:lnSpc>
              <a:spcBef>
                <a:spcPct val="20000"/>
              </a:spcBef>
              <a:defRPr/>
            </a:pPr>
            <a:r>
              <a:rPr lang="es-MX" sz="2000" i="0" dirty="0">
                <a:effectLst>
                  <a:outerShdw blurRad="38100" dist="38100" dir="2700000" algn="tl">
                    <a:srgbClr val="C0C0C0"/>
                  </a:outerShdw>
                </a:effectLst>
                <a:latin typeface="Technical" pitchFamily="34" charset="0"/>
              </a:rPr>
              <a:t>Todo sucederá y se interactuara igual que en el tutorial con la diferencia que ahora se le evaluara al usuario su desempeño lo único que se necesita hacer durante esta simulación es cuidar al usuario que no tenga ningún inconveniente.</a:t>
            </a: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p:txBody>
      </p:sp>
      <p:pic>
        <p:nvPicPr>
          <p:cNvPr id="8" name="Imagen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66" y="4842030"/>
            <a:ext cx="6300693" cy="3421641"/>
          </a:xfrm>
          <a:prstGeom prst="rect">
            <a:avLst/>
          </a:prstGeom>
        </p:spPr>
      </p:pic>
    </p:spTree>
    <p:extLst>
      <p:ext uri="{BB962C8B-B14F-4D97-AF65-F5344CB8AC3E}">
        <p14:creationId xmlns:p14="http://schemas.microsoft.com/office/powerpoint/2010/main" val="15535478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val 31"/>
          <p:cNvSpPr>
            <a:spLocks noChangeArrowheads="1"/>
          </p:cNvSpPr>
          <p:nvPr/>
        </p:nvSpPr>
        <p:spPr bwMode="auto">
          <a:xfrm>
            <a:off x="2286000" y="1371600"/>
            <a:ext cx="228600" cy="152400"/>
          </a:xfrm>
          <a:prstGeom prst="ellipse">
            <a:avLst/>
          </a:prstGeom>
          <a:noFill/>
          <a:ln w="47625" cmpd="thickThin">
            <a:noFill/>
            <a:round/>
            <a:headEnd/>
            <a:tailEnd/>
          </a:ln>
        </p:spPr>
        <p:txBody>
          <a:bodyPr wrap="none" anchor="ctr"/>
          <a:lstStyle/>
          <a:p>
            <a:pPr algn="ctr" eaLnBrk="0" hangingPunct="0">
              <a:spcBef>
                <a:spcPct val="20000"/>
              </a:spcBef>
              <a:buFont typeface="Monotype Sorts"/>
              <a:buChar char="v"/>
            </a:pPr>
            <a:endParaRPr lang="es-MX" dirty="0"/>
          </a:p>
        </p:txBody>
      </p:sp>
      <p:cxnSp>
        <p:nvCxnSpPr>
          <p:cNvPr id="6150" name="27 Conector recto"/>
          <p:cNvCxnSpPr>
            <a:cxnSpLocks noChangeShapeType="1"/>
          </p:cNvCxnSpPr>
          <p:nvPr/>
        </p:nvCxnSpPr>
        <p:spPr bwMode="auto">
          <a:xfrm>
            <a:off x="549275" y="684213"/>
            <a:ext cx="5903913" cy="0"/>
          </a:xfrm>
          <a:prstGeom prst="line">
            <a:avLst/>
          </a:prstGeom>
          <a:noFill/>
          <a:ln w="38100" cmpd="thinThick" algn="ctr">
            <a:solidFill>
              <a:schemeClr val="tx1"/>
            </a:solidFill>
            <a:round/>
            <a:headEnd/>
            <a:tailEnd/>
          </a:ln>
        </p:spPr>
      </p:cxnSp>
      <p:sp>
        <p:nvSpPr>
          <p:cNvPr id="31" name="Rectangle 19"/>
          <p:cNvSpPr>
            <a:spLocks noChangeArrowheads="1"/>
          </p:cNvSpPr>
          <p:nvPr/>
        </p:nvSpPr>
        <p:spPr bwMode="auto">
          <a:xfrm>
            <a:off x="620713" y="1814512"/>
            <a:ext cx="5562600" cy="687257"/>
          </a:xfrm>
          <a:prstGeom prst="rect">
            <a:avLst/>
          </a:prstGeom>
          <a:noFill/>
          <a:ln w="9525">
            <a:noFill/>
            <a:miter lim="800000"/>
            <a:headEnd/>
            <a:tailEnd/>
          </a:ln>
          <a:effectLst/>
        </p:spPr>
        <p:txBody>
          <a:bodyPr anchor="ctr"/>
          <a:lstStyle/>
          <a:p>
            <a:pPr algn="ctr" eaLnBrk="0" hangingPunct="0">
              <a:defRPr/>
            </a:pPr>
            <a:r>
              <a:rPr lang="es-ES_tradnl" sz="2400" b="1" dirty="0">
                <a:solidFill>
                  <a:schemeClr val="tx2"/>
                </a:solidFill>
                <a:effectLst>
                  <a:outerShdw blurRad="38100" dist="38100" dir="2700000" algn="tl">
                    <a:srgbClr val="C0C0C0"/>
                  </a:outerShdw>
                </a:effectLst>
                <a:latin typeface="Technical" pitchFamily="34" charset="0"/>
              </a:rPr>
              <a:t>8.   Reporte Final.</a:t>
            </a:r>
          </a:p>
        </p:txBody>
      </p:sp>
      <p:sp>
        <p:nvSpPr>
          <p:cNvPr id="6" name="6 CuadroTexto"/>
          <p:cNvSpPr txBox="1"/>
          <p:nvPr/>
        </p:nvSpPr>
        <p:spPr>
          <a:xfrm>
            <a:off x="620713" y="2411760"/>
            <a:ext cx="5670630" cy="2585323"/>
          </a:xfrm>
          <a:prstGeom prst="rect">
            <a:avLst/>
          </a:prstGeom>
          <a:noFill/>
        </p:spPr>
        <p:txBody>
          <a:bodyPr wrap="square" rtlCol="0">
            <a:spAutoFit/>
          </a:bodyPr>
          <a:lstStyle/>
          <a:p>
            <a:pPr eaLnBrk="0" hangingPunct="0">
              <a:lnSpc>
                <a:spcPct val="110000"/>
              </a:lnSpc>
              <a:spcBef>
                <a:spcPct val="20000"/>
              </a:spcBef>
              <a:defRPr/>
            </a:pPr>
            <a:r>
              <a:rPr lang="es-MX" sz="2000" i="0" dirty="0">
                <a:effectLst>
                  <a:outerShdw blurRad="38100" dist="38100" dir="2700000" algn="tl">
                    <a:srgbClr val="C0C0C0"/>
                  </a:outerShdw>
                </a:effectLst>
                <a:latin typeface="Technical" pitchFamily="34" charset="0"/>
              </a:rPr>
              <a:t>Al final se imprimirá el reporte del usuario que marcara los errores el tiempo y resumirá el desempeño del usuario en un valor , esto se imprimiría en una imagen para mantener registro del desempeño del usuario.</a:t>
            </a: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a:p>
            <a:pPr eaLnBrk="0" hangingPunct="0">
              <a:lnSpc>
                <a:spcPct val="110000"/>
              </a:lnSpc>
              <a:spcBef>
                <a:spcPct val="20000"/>
              </a:spcBef>
              <a:defRPr/>
            </a:pPr>
            <a:endParaRPr lang="es-MX" sz="2000" b="1" i="0" dirty="0">
              <a:effectLst>
                <a:outerShdw blurRad="38100" dist="38100" dir="2700000" algn="tl">
                  <a:srgbClr val="C0C0C0"/>
                </a:outerShdw>
              </a:effectLst>
              <a:latin typeface="Technical" pitchFamily="34" charset="0"/>
            </a:endParaRP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3645" y="4346975"/>
            <a:ext cx="6397558" cy="3808070"/>
          </a:xfrm>
          <a:prstGeom prst="rect">
            <a:avLst/>
          </a:prstGeom>
        </p:spPr>
      </p:pic>
    </p:spTree>
    <p:extLst>
      <p:ext uri="{BB962C8B-B14F-4D97-AF65-F5344CB8AC3E}">
        <p14:creationId xmlns:p14="http://schemas.microsoft.com/office/powerpoint/2010/main" val="3771287367"/>
      </p:ext>
    </p:extLst>
  </p:cSld>
  <p:clrMapOvr>
    <a:masterClrMapping/>
  </p:clrMapOvr>
  <p:transition/>
</p:sld>
</file>

<file path=ppt/theme/theme1.xml><?xml version="1.0" encoding="utf-8"?>
<a:theme xmlns:a="http://schemas.openxmlformats.org/drawingml/2006/main" name="Enblanco">
  <a:themeElements>
    <a:clrScheme name="Enblanco.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Enblanco.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20000"/>
          </a:spcBef>
          <a:spcAft>
            <a:spcPct val="0"/>
          </a:spcAft>
          <a:buClrTx/>
          <a:buSzTx/>
          <a:buFont typeface="Monotype Sorts" pitchFamily="2" charset="2"/>
          <a:buChar char="v"/>
          <a:tabLst/>
          <a:defRPr kumimoji="0" lang="es-ES_tradnl" sz="1600" b="0" i="1"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20000"/>
          </a:spcBef>
          <a:spcAft>
            <a:spcPct val="0"/>
          </a:spcAft>
          <a:buClrTx/>
          <a:buSzTx/>
          <a:buFont typeface="Monotype Sorts" pitchFamily="2" charset="2"/>
          <a:buChar char="v"/>
          <a:tabLst/>
          <a:defRPr kumimoji="0" lang="es-ES_tradnl" sz="1600" b="0" i="1" u="none" strike="noStrike" cap="none" normalizeH="0" baseline="0" smtClean="0">
            <a:ln>
              <a:noFill/>
            </a:ln>
            <a:solidFill>
              <a:schemeClr val="tx1"/>
            </a:solidFill>
            <a:effectLst/>
            <a:latin typeface="Arial" charset="0"/>
          </a:defRPr>
        </a:defPPr>
      </a:lstStyle>
    </a:lnDef>
  </a:objectDefaults>
  <a:extraClrSchemeLst>
    <a:extraClrScheme>
      <a:clrScheme name="Enblanco.pot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Enblanco.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Enblanco.pot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Enblanco.pot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Enblanco.pot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Enblanco.pot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Enblanco.pot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Revisi_x00f3_n xmlns="e29f4829-e572-4952-b8d2-71cfca3e69ed">00</Revisi_x00f3_n>
    <Fecha_x0020_de_x0020_Emisi_x00f3_n xmlns="e29f4829-e572-4952-b8d2-71cfca3e69ed">2018-09-06T05:00:00+00:00</Fecha_x0020_de_x0020_Emisi_x00f3_n>
    <Fecha_x0020_de_x0020_Revisi_x00f3_n xmlns="e29f4829-e572-4952-b8d2-71cfca3e69ed">2018-09-06T05:00:00+00:00</Fecha_x0020_de_x0020_Revisi_x00f3_n>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52B09DCF335C0140BD2BDD967D7916A6" ma:contentTypeVersion="4" ma:contentTypeDescription="Crear nuevo documento." ma:contentTypeScope="" ma:versionID="cb8aec6335d8d17572ce013d0c4f455e">
  <xsd:schema xmlns:xsd="http://www.w3.org/2001/XMLSchema" xmlns:p="http://schemas.microsoft.com/office/2006/metadata/properties" xmlns:ns2="e29f4829-e572-4952-b8d2-71cfca3e69ed" targetNamespace="http://schemas.microsoft.com/office/2006/metadata/properties" ma:root="true" ma:fieldsID="362046838d8344191e32358bfdfdc23f" ns2:_="">
    <xsd:import namespace="e29f4829-e572-4952-b8d2-71cfca3e69ed"/>
    <xsd:element name="properties">
      <xsd:complexType>
        <xsd:sequence>
          <xsd:element name="documentManagement">
            <xsd:complexType>
              <xsd:all>
                <xsd:element ref="ns2:Revisi_x00f3_n" minOccurs="0"/>
                <xsd:element ref="ns2:Fecha_x0020_de_x0020_Revisi_x00f3_n" minOccurs="0"/>
                <xsd:element ref="ns2:Fecha_x0020_de_x0020_Emisi_x00f3_n" minOccurs="0"/>
              </xsd:all>
            </xsd:complexType>
          </xsd:element>
        </xsd:sequence>
      </xsd:complexType>
    </xsd:element>
  </xsd:schema>
  <xsd:schema xmlns:xsd="http://www.w3.org/2001/XMLSchema" xmlns:dms="http://schemas.microsoft.com/office/2006/documentManagement/types" targetNamespace="e29f4829-e572-4952-b8d2-71cfca3e69ed" elementFormDefault="qualified">
    <xsd:import namespace="http://schemas.microsoft.com/office/2006/documentManagement/types"/>
    <xsd:element name="Revisi_x00f3_n" ma:index="8" nillable="true" ma:displayName="Revisión" ma:internalName="Revisi_x00f3_n">
      <xsd:simpleType>
        <xsd:restriction base="dms:Text">
          <xsd:maxLength value="255"/>
        </xsd:restriction>
      </xsd:simpleType>
    </xsd:element>
    <xsd:element name="Fecha_x0020_de_x0020_Revisi_x00f3_n" ma:index="9" nillable="true" ma:displayName="Fecha de Revisión" ma:format="DateOnly" ma:internalName="Fecha_x0020_de_x0020_Revisi_x00f3_n">
      <xsd:simpleType>
        <xsd:restriction base="dms:DateTime"/>
      </xsd:simpleType>
    </xsd:element>
    <xsd:element name="Fecha_x0020_de_x0020_Emisi_x00f3_n" ma:index="10" nillable="true" ma:displayName="Fecha de Emisión" ma:format="DateOnly" ma:internalName="Fecha_x0020_de_x0020_Emisi_x00f3_n">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ma:readOnly="true"/>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39D94FE7-B5FE-4FF7-B4A3-BA0926AB8926}">
  <ds:schemaRefs>
    <ds:schemaRef ds:uri="http://schemas.microsoft.com/office/2006/documentManagement/types"/>
    <ds:schemaRef ds:uri="http://purl.org/dc/elements/1.1/"/>
    <ds:schemaRef ds:uri="http://schemas.openxmlformats.org/package/2006/metadata/core-properties"/>
    <ds:schemaRef ds:uri="http://purl.org/dc/dcmitype/"/>
    <ds:schemaRef ds:uri="e29f4829-e572-4952-b8d2-71cfca3e69ed"/>
    <ds:schemaRef ds:uri="http://schemas.microsoft.com/office/2006/metadata/properties"/>
    <ds:schemaRef ds:uri="http://www.w3.org/XML/1998/namespace"/>
    <ds:schemaRef ds:uri="http://purl.org/dc/terms/"/>
  </ds:schemaRefs>
</ds:datastoreItem>
</file>

<file path=customXml/itemProps2.xml><?xml version="1.0" encoding="utf-8"?>
<ds:datastoreItem xmlns:ds="http://schemas.openxmlformats.org/officeDocument/2006/customXml" ds:itemID="{54E8DF67-7EA9-46F1-8F70-EEB932BE9D6E}">
  <ds:schemaRefs>
    <ds:schemaRef ds:uri="http://schemas.microsoft.com/sharepoint/v3/contenttype/forms"/>
  </ds:schemaRefs>
</ds:datastoreItem>
</file>

<file path=customXml/itemProps3.xml><?xml version="1.0" encoding="utf-8"?>
<ds:datastoreItem xmlns:ds="http://schemas.openxmlformats.org/officeDocument/2006/customXml" ds:itemID="{6EAF34FA-6D52-4D13-B4E7-633612C275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9f4829-e572-4952-b8d2-71cfca3e69ed"/>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D:\MSOffice\Plantill\ENBLANCO.POT</Template>
  <TotalTime>27449</TotalTime>
  <Words>464</Words>
  <Application>Microsoft Office PowerPoint</Application>
  <PresentationFormat>Carta (216 x 279 mm)</PresentationFormat>
  <Paragraphs>57</Paragraphs>
  <Slides>11</Slides>
  <Notes>10</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11</vt:i4>
      </vt:variant>
    </vt:vector>
  </HeadingPairs>
  <TitlesOfParts>
    <vt:vector size="20" baseType="lpstr">
      <vt:lpstr>Arial</vt:lpstr>
      <vt:lpstr>Calibri</vt:lpstr>
      <vt:lpstr>Calibri Light</vt:lpstr>
      <vt:lpstr>Monotype Sorts</vt:lpstr>
      <vt:lpstr>Technical</vt:lpstr>
      <vt:lpstr>Times New Roman</vt:lpstr>
      <vt:lpstr>Wingdings</vt:lpstr>
      <vt:lpstr>Enblanco</vt:lpstr>
      <vt:lpstr>Diseño personalizado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DIRECCION ADJUNTA</dc:creator>
  <cp:lastModifiedBy>Martin Alejandro Villarreal Vazquez</cp:lastModifiedBy>
  <cp:revision>881</cp:revision>
  <cp:lastPrinted>2016-05-16T19:57:55Z</cp:lastPrinted>
  <dcterms:created xsi:type="dcterms:W3CDTF">1995-06-02T21:27:28Z</dcterms:created>
  <dcterms:modified xsi:type="dcterms:W3CDTF">2019-12-02T20:16:14Z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0x01010052B09DCF335C0140BD2BDD967D7916A6</vt:lpwstr>
  </property>
  <property fmtid="{D5CDD505-2E9C-101B-9397-08002B2CF9AE}" pid="3" name="Revisión">
    <vt:lpwstr>03</vt:lpwstr>
  </property>
  <property fmtid="{D5CDD505-2E9C-101B-9397-08002B2CF9AE}" pid="4" name="Fecha de Revisión">
    <vt:lpwstr>2011-11-08T00:00:00Z</vt:lpwstr>
  </property>
  <property fmtid="{D5CDD505-2E9C-101B-9397-08002B2CF9AE}" pid="5" name="Fecha de Emisión">
    <vt:lpwstr>2005-10-20T00:00:00Z</vt:lpwstr>
  </property>
</Properties>
</file>