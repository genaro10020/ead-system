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73" autoAdjust="0"/>
    <p:restoredTop sz="94660"/>
  </p:normalViewPr>
  <p:slideViewPr>
    <p:cSldViewPr snapToGrid="0">
      <p:cViewPr varScale="1">
        <p:scale>
          <a:sx n="165" d="100"/>
          <a:sy n="165" d="100"/>
        </p:scale>
        <p:origin x="9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739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631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1820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226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9927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65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659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533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518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269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1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9A98E-B2B9-463C-A755-811AE63EE36A}" type="datetimeFigureOut">
              <a:rPr lang="es-MX" smtClean="0"/>
              <a:t>28/08/2024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BAD46-D58E-4AAE-A706-7D1D917E531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181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redondeado 1"/>
          <p:cNvSpPr/>
          <p:nvPr/>
        </p:nvSpPr>
        <p:spPr>
          <a:xfrm>
            <a:off x="602293" y="2929585"/>
            <a:ext cx="1205346" cy="3740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inicio</a:t>
            </a:r>
            <a:endParaRPr lang="es-MX" sz="1200" dirty="0"/>
          </a:p>
        </p:txBody>
      </p:sp>
      <p:sp>
        <p:nvSpPr>
          <p:cNvPr id="5" name="Rectángulo redondeado 4"/>
          <p:cNvSpPr/>
          <p:nvPr/>
        </p:nvSpPr>
        <p:spPr>
          <a:xfrm>
            <a:off x="4734810" y="2174792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Planta</a:t>
            </a:r>
            <a:endParaRPr lang="es-MX" sz="1200" dirty="0"/>
          </a:p>
        </p:txBody>
      </p:sp>
      <p:sp>
        <p:nvSpPr>
          <p:cNvPr id="6" name="Rectángulo redondeado 5"/>
          <p:cNvSpPr/>
          <p:nvPr/>
        </p:nvSpPr>
        <p:spPr>
          <a:xfrm>
            <a:off x="7317804" y="2174791"/>
            <a:ext cx="2081669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Área</a:t>
            </a:r>
            <a:endParaRPr lang="es-MX" sz="1200" dirty="0"/>
          </a:p>
        </p:txBody>
      </p:sp>
      <p:sp>
        <p:nvSpPr>
          <p:cNvPr id="7" name="Rectángulo redondeado 6"/>
          <p:cNvSpPr/>
          <p:nvPr/>
        </p:nvSpPr>
        <p:spPr>
          <a:xfrm>
            <a:off x="9647076" y="2174790"/>
            <a:ext cx="1600964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</a:t>
            </a:r>
            <a:r>
              <a:rPr lang="es-MX" sz="1200" dirty="0" err="1" smtClean="0"/>
              <a:t>Subárea</a:t>
            </a:r>
            <a:endParaRPr lang="es-MX" sz="1200" dirty="0"/>
          </a:p>
        </p:txBody>
      </p:sp>
      <p:sp>
        <p:nvSpPr>
          <p:cNvPr id="17" name="Rectángulo redondeado 16"/>
          <p:cNvSpPr/>
          <p:nvPr/>
        </p:nvSpPr>
        <p:spPr>
          <a:xfrm>
            <a:off x="4734810" y="2513830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Autor / Responsable</a:t>
            </a:r>
            <a:endParaRPr lang="es-MX" sz="1200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7317805" y="2513830"/>
            <a:ext cx="2081669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Ayuda Visual Planta</a:t>
            </a:r>
            <a:endParaRPr lang="es-MX" sz="1200" dirty="0"/>
          </a:p>
        </p:txBody>
      </p:sp>
      <p:sp>
        <p:nvSpPr>
          <p:cNvPr id="22" name="Rectángulo redondeado 21"/>
          <p:cNvSpPr/>
          <p:nvPr/>
        </p:nvSpPr>
        <p:spPr>
          <a:xfrm>
            <a:off x="4734810" y="3125842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Auditorías Pendientes</a:t>
            </a:r>
            <a:endParaRPr lang="es-MX" sz="1200" dirty="0"/>
          </a:p>
        </p:txBody>
      </p:sp>
      <p:sp>
        <p:nvSpPr>
          <p:cNvPr id="23" name="Rectángulo redondeado 22"/>
          <p:cNvSpPr/>
          <p:nvPr/>
        </p:nvSpPr>
        <p:spPr>
          <a:xfrm>
            <a:off x="4734810" y="3464881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Auditorias Realizadas</a:t>
            </a:r>
            <a:endParaRPr lang="es-MX" sz="1200" dirty="0"/>
          </a:p>
        </p:txBody>
      </p:sp>
      <p:sp>
        <p:nvSpPr>
          <p:cNvPr id="24" name="Rectángulo redondeado 23"/>
          <p:cNvSpPr/>
          <p:nvPr/>
        </p:nvSpPr>
        <p:spPr>
          <a:xfrm>
            <a:off x="4734810" y="3801575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Hallazgos Auditorias</a:t>
            </a:r>
            <a:endParaRPr lang="es-MX" sz="1200" dirty="0"/>
          </a:p>
        </p:txBody>
      </p:sp>
      <p:sp>
        <p:nvSpPr>
          <p:cNvPr id="26" name="Rectángulo redondeado 25"/>
          <p:cNvSpPr/>
          <p:nvPr/>
        </p:nvSpPr>
        <p:spPr>
          <a:xfrm>
            <a:off x="9647076" y="2513829"/>
            <a:ext cx="1600964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Agregar Preguntas</a:t>
            </a:r>
            <a:endParaRPr lang="es-MX" sz="1200" dirty="0"/>
          </a:p>
        </p:txBody>
      </p:sp>
      <p:cxnSp>
        <p:nvCxnSpPr>
          <p:cNvPr id="68" name="Conector recto de flecha 67"/>
          <p:cNvCxnSpPr>
            <a:stCxn id="114" idx="3"/>
            <a:endCxn id="22" idx="1"/>
          </p:cNvCxnSpPr>
          <p:nvPr/>
        </p:nvCxnSpPr>
        <p:spPr>
          <a:xfrm>
            <a:off x="4338193" y="3262329"/>
            <a:ext cx="39661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70"/>
          <p:cNvCxnSpPr>
            <a:stCxn id="115" idx="3"/>
            <a:endCxn id="23" idx="1"/>
          </p:cNvCxnSpPr>
          <p:nvPr/>
        </p:nvCxnSpPr>
        <p:spPr>
          <a:xfrm>
            <a:off x="4338193" y="3601367"/>
            <a:ext cx="396617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116" idx="3"/>
            <a:endCxn id="24" idx="1"/>
          </p:cNvCxnSpPr>
          <p:nvPr/>
        </p:nvCxnSpPr>
        <p:spPr>
          <a:xfrm>
            <a:off x="4338193" y="3938062"/>
            <a:ext cx="39661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ángulo redondeado 113"/>
          <p:cNvSpPr/>
          <p:nvPr/>
        </p:nvSpPr>
        <p:spPr>
          <a:xfrm>
            <a:off x="2132726" y="3125842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Opción Auditorias Pendientes</a:t>
            </a:r>
            <a:endParaRPr lang="es-MX" sz="1200" dirty="0"/>
          </a:p>
        </p:txBody>
      </p:sp>
      <p:sp>
        <p:nvSpPr>
          <p:cNvPr id="115" name="Rectángulo redondeado 114"/>
          <p:cNvSpPr/>
          <p:nvPr/>
        </p:nvSpPr>
        <p:spPr>
          <a:xfrm>
            <a:off x="2132726" y="3464880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Opción Auditorias Realizadas</a:t>
            </a:r>
            <a:endParaRPr lang="es-MX" sz="1200" dirty="0"/>
          </a:p>
        </p:txBody>
      </p:sp>
      <p:sp>
        <p:nvSpPr>
          <p:cNvPr id="116" name="Rectángulo redondeado 115"/>
          <p:cNvSpPr/>
          <p:nvPr/>
        </p:nvSpPr>
        <p:spPr>
          <a:xfrm>
            <a:off x="2132726" y="3801575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Opción Hallazgos Auditorias</a:t>
            </a:r>
            <a:endParaRPr lang="es-MX" sz="1200" dirty="0"/>
          </a:p>
        </p:txBody>
      </p:sp>
      <p:sp>
        <p:nvSpPr>
          <p:cNvPr id="117" name="Rectángulo redondeado 116"/>
          <p:cNvSpPr/>
          <p:nvPr/>
        </p:nvSpPr>
        <p:spPr>
          <a:xfrm>
            <a:off x="2132725" y="2346117"/>
            <a:ext cx="2205467" cy="2729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dirty="0" smtClean="0"/>
              <a:t>Opción Configuración</a:t>
            </a:r>
            <a:endParaRPr lang="es-MX" sz="1200" dirty="0"/>
          </a:p>
        </p:txBody>
      </p:sp>
      <p:cxnSp>
        <p:nvCxnSpPr>
          <p:cNvPr id="119" name="Conector recto de flecha 118"/>
          <p:cNvCxnSpPr>
            <a:stCxn id="2" idx="3"/>
            <a:endCxn id="117" idx="1"/>
          </p:cNvCxnSpPr>
          <p:nvPr/>
        </p:nvCxnSpPr>
        <p:spPr>
          <a:xfrm flipV="1">
            <a:off x="1807639" y="2482604"/>
            <a:ext cx="325086" cy="634018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ector recto de flecha 118"/>
          <p:cNvCxnSpPr>
            <a:stCxn id="2" idx="3"/>
            <a:endCxn id="114" idx="1"/>
          </p:cNvCxnSpPr>
          <p:nvPr/>
        </p:nvCxnSpPr>
        <p:spPr>
          <a:xfrm>
            <a:off x="1807639" y="3116622"/>
            <a:ext cx="325087" cy="145707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de flecha 118"/>
          <p:cNvCxnSpPr>
            <a:stCxn id="2" idx="3"/>
            <a:endCxn id="116" idx="1"/>
          </p:cNvCxnSpPr>
          <p:nvPr/>
        </p:nvCxnSpPr>
        <p:spPr>
          <a:xfrm>
            <a:off x="1807639" y="3116622"/>
            <a:ext cx="325087" cy="82144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cto de flecha 118"/>
          <p:cNvCxnSpPr>
            <a:stCxn id="2" idx="3"/>
            <a:endCxn id="115" idx="1"/>
          </p:cNvCxnSpPr>
          <p:nvPr/>
        </p:nvCxnSpPr>
        <p:spPr>
          <a:xfrm>
            <a:off x="1807639" y="3116622"/>
            <a:ext cx="325087" cy="48474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de flecha 118"/>
          <p:cNvCxnSpPr>
            <a:stCxn id="117" idx="3"/>
            <a:endCxn id="5" idx="1"/>
          </p:cNvCxnSpPr>
          <p:nvPr/>
        </p:nvCxnSpPr>
        <p:spPr>
          <a:xfrm flipV="1">
            <a:off x="4338192" y="2311279"/>
            <a:ext cx="396618" cy="171325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de flecha 118"/>
          <p:cNvCxnSpPr>
            <a:stCxn id="117" idx="2"/>
            <a:endCxn id="21" idx="2"/>
          </p:cNvCxnSpPr>
          <p:nvPr/>
        </p:nvCxnSpPr>
        <p:spPr>
          <a:xfrm rot="16200000" flipH="1">
            <a:off x="5713193" y="141355"/>
            <a:ext cx="167713" cy="5123181"/>
          </a:xfrm>
          <a:prstGeom prst="bentConnector3">
            <a:avLst>
              <a:gd name="adj1" fmla="val 209213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de flecha 118"/>
          <p:cNvCxnSpPr>
            <a:stCxn id="117" idx="0"/>
            <a:endCxn id="6" idx="0"/>
          </p:cNvCxnSpPr>
          <p:nvPr/>
        </p:nvCxnSpPr>
        <p:spPr>
          <a:xfrm rot="5400000" flipH="1" flipV="1">
            <a:off x="5711386" y="-301136"/>
            <a:ext cx="171326" cy="5123180"/>
          </a:xfrm>
          <a:prstGeom prst="bentConnector3">
            <a:avLst>
              <a:gd name="adj1" fmla="val 23343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ector recto de flecha 118"/>
          <p:cNvCxnSpPr>
            <a:stCxn id="117" idx="3"/>
            <a:endCxn id="17" idx="1"/>
          </p:cNvCxnSpPr>
          <p:nvPr/>
        </p:nvCxnSpPr>
        <p:spPr>
          <a:xfrm>
            <a:off x="4338192" y="2482604"/>
            <a:ext cx="396618" cy="167713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recto de flecha 118"/>
          <p:cNvCxnSpPr>
            <a:stCxn id="117" idx="2"/>
            <a:endCxn id="26" idx="2"/>
          </p:cNvCxnSpPr>
          <p:nvPr/>
        </p:nvCxnSpPr>
        <p:spPr>
          <a:xfrm rot="16200000" flipH="1">
            <a:off x="6757652" y="-903104"/>
            <a:ext cx="167712" cy="7212099"/>
          </a:xfrm>
          <a:prstGeom prst="bentConnector3">
            <a:avLst>
              <a:gd name="adj1" fmla="val 209066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ector recto de flecha 118"/>
          <p:cNvCxnSpPr>
            <a:stCxn id="117" idx="0"/>
            <a:endCxn id="7" idx="0"/>
          </p:cNvCxnSpPr>
          <p:nvPr/>
        </p:nvCxnSpPr>
        <p:spPr>
          <a:xfrm rot="5400000" flipH="1" flipV="1">
            <a:off x="6755845" y="-1345595"/>
            <a:ext cx="171327" cy="7212099"/>
          </a:xfrm>
          <a:prstGeom prst="bentConnector3">
            <a:avLst>
              <a:gd name="adj1" fmla="val 233429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08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34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Enerya S.A de C.V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Ruben Antonio Placencia Rivera</dc:creator>
  <cp:lastModifiedBy>Ruben Antonio Placencia Rivera</cp:lastModifiedBy>
  <cp:revision>7</cp:revision>
  <dcterms:created xsi:type="dcterms:W3CDTF">2024-08-28T18:04:33Z</dcterms:created>
  <dcterms:modified xsi:type="dcterms:W3CDTF">2024-08-28T20:09:40Z</dcterms:modified>
</cp:coreProperties>
</file>