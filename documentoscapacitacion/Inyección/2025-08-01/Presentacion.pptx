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434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680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660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085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8914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54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906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394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393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398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547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C17FA-F767-420C-8CA4-5B216DE53D2A}" type="datetimeFigureOut">
              <a:rPr lang="es-MX" smtClean="0"/>
              <a:t>30/11/2023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53C89-ED6A-4502-AF08-6AD3B63999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605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39" y="106372"/>
            <a:ext cx="3178680" cy="278895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033" y="106372"/>
            <a:ext cx="3199213" cy="278895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960" y="106372"/>
            <a:ext cx="3127013" cy="27889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39" y="2895329"/>
            <a:ext cx="3178680" cy="244885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032" y="2923154"/>
            <a:ext cx="3199213" cy="242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038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Enerya S.A de C.V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Ruben Antonio Placencia Rivera</dc:creator>
  <cp:lastModifiedBy>Ruben Antonio Placencia Rivera</cp:lastModifiedBy>
  <cp:revision>2</cp:revision>
  <dcterms:created xsi:type="dcterms:W3CDTF">2023-11-30T15:16:05Z</dcterms:created>
  <dcterms:modified xsi:type="dcterms:W3CDTF">2023-11-30T15:18:02Z</dcterms:modified>
</cp:coreProperties>
</file>